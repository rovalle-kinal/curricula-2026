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58" r:id="rId3"/>
    <p:sldId id="305" r:id="rId4"/>
    <p:sldId id="306" r:id="rId5"/>
    <p:sldId id="307" r:id="rId6"/>
    <p:sldId id="308" r:id="rId7"/>
    <p:sldId id="309" r:id="rId8"/>
    <p:sldId id="310" r:id="rId9"/>
    <p:sldId id="311" r:id="rId10"/>
    <p:sldId id="314" r:id="rId11"/>
    <p:sldId id="312" r:id="rId12"/>
    <p:sldId id="313" r:id="rId13"/>
    <p:sldId id="315" r:id="rId14"/>
    <p:sldId id="316" r:id="rId15"/>
    <p:sldId id="259" r:id="rId16"/>
    <p:sldId id="261" r:id="rId17"/>
    <p:sldId id="262" r:id="rId18"/>
    <p:sldId id="263" r:id="rId19"/>
    <p:sldId id="264" r:id="rId20"/>
    <p:sldId id="317" r:id="rId21"/>
  </p:sldIdLst>
  <p:sldSz cx="9144000" cy="6858000" type="screen4x3"/>
  <p:notesSz cx="9388475" cy="7102475"/>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dro Vinicio Donis Cerón" userId="94e7d206f8667d7a" providerId="LiveId" clId="{13B68BEF-C566-4C92-B1B3-6B2005496400}"/>
    <pc:docChg chg="undo custSel addSld delSld modSld">
      <pc:chgData name="Pedro Vinicio Donis Cerón" userId="94e7d206f8667d7a" providerId="LiveId" clId="{13B68BEF-C566-4C92-B1B3-6B2005496400}" dt="2022-04-25T01:29:07.494" v="1773" actId="14100"/>
      <pc:docMkLst>
        <pc:docMk/>
      </pc:docMkLst>
      <pc:sldChg chg="del">
        <pc:chgData name="Pedro Vinicio Donis Cerón" userId="94e7d206f8667d7a" providerId="LiveId" clId="{13B68BEF-C566-4C92-B1B3-6B2005496400}" dt="2022-04-24T19:06:39.598" v="0" actId="47"/>
        <pc:sldMkLst>
          <pc:docMk/>
          <pc:sldMk cId="0" sldId="256"/>
        </pc:sldMkLst>
      </pc:sldChg>
      <pc:sldChg chg="addSp delSp modSp mod">
        <pc:chgData name="Pedro Vinicio Donis Cerón" userId="94e7d206f8667d7a" providerId="LiveId" clId="{13B68BEF-C566-4C92-B1B3-6B2005496400}" dt="2022-04-24T19:09:17.949" v="186" actId="20577"/>
        <pc:sldMkLst>
          <pc:docMk/>
          <pc:sldMk cId="0" sldId="257"/>
        </pc:sldMkLst>
        <pc:spChg chg="del mod">
          <ac:chgData name="Pedro Vinicio Donis Cerón" userId="94e7d206f8667d7a" providerId="LiveId" clId="{13B68BEF-C566-4C92-B1B3-6B2005496400}" dt="2022-04-24T19:07:58.777" v="61"/>
          <ac:spMkLst>
            <pc:docMk/>
            <pc:sldMk cId="0" sldId="257"/>
            <ac:spMk id="9" creationId="{00000000-0000-0000-0000-000000000000}"/>
          </ac:spMkLst>
        </pc:spChg>
        <pc:spChg chg="del">
          <ac:chgData name="Pedro Vinicio Donis Cerón" userId="94e7d206f8667d7a" providerId="LiveId" clId="{13B68BEF-C566-4C92-B1B3-6B2005496400}" dt="2022-04-24T19:06:43.638" v="1" actId="478"/>
          <ac:spMkLst>
            <pc:docMk/>
            <pc:sldMk cId="0" sldId="257"/>
            <ac:spMk id="10" creationId="{00000000-0000-0000-0000-000000000000}"/>
          </ac:spMkLst>
        </pc:spChg>
        <pc:spChg chg="mod">
          <ac:chgData name="Pedro Vinicio Donis Cerón" userId="94e7d206f8667d7a" providerId="LiveId" clId="{13B68BEF-C566-4C92-B1B3-6B2005496400}" dt="2022-04-24T19:09:17.949" v="186" actId="20577"/>
          <ac:spMkLst>
            <pc:docMk/>
            <pc:sldMk cId="0" sldId="257"/>
            <ac:spMk id="11" creationId="{00000000-0000-0000-0000-000000000000}"/>
          </ac:spMkLst>
        </pc:spChg>
        <pc:spChg chg="del">
          <ac:chgData name="Pedro Vinicio Donis Cerón" userId="94e7d206f8667d7a" providerId="LiveId" clId="{13B68BEF-C566-4C92-B1B3-6B2005496400}" dt="2022-04-24T19:06:45.802" v="2" actId="478"/>
          <ac:spMkLst>
            <pc:docMk/>
            <pc:sldMk cId="0" sldId="257"/>
            <ac:spMk id="12" creationId="{00000000-0000-0000-0000-000000000000}"/>
          </ac:spMkLst>
        </pc:spChg>
        <pc:spChg chg="add mod">
          <ac:chgData name="Pedro Vinicio Donis Cerón" userId="94e7d206f8667d7a" providerId="LiveId" clId="{13B68BEF-C566-4C92-B1B3-6B2005496400}" dt="2022-04-24T19:07:11.902" v="15" actId="13926"/>
          <ac:spMkLst>
            <pc:docMk/>
            <pc:sldMk cId="0" sldId="257"/>
            <ac:spMk id="14" creationId="{33B8CBD5-18C9-42D4-A8FF-8CCE66265031}"/>
          </ac:spMkLst>
        </pc:spChg>
        <pc:spChg chg="add mod">
          <ac:chgData name="Pedro Vinicio Donis Cerón" userId="94e7d206f8667d7a" providerId="LiveId" clId="{13B68BEF-C566-4C92-B1B3-6B2005496400}" dt="2022-04-24T19:09:05.346" v="123" actId="122"/>
          <ac:spMkLst>
            <pc:docMk/>
            <pc:sldMk cId="0" sldId="257"/>
            <ac:spMk id="15" creationId="{313357DD-76DE-4FC7-932D-B3FB99393B2B}"/>
          </ac:spMkLst>
        </pc:spChg>
      </pc:sldChg>
      <pc:sldChg chg="addSp delSp modSp mod modAnim">
        <pc:chgData name="Pedro Vinicio Donis Cerón" userId="94e7d206f8667d7a" providerId="LiveId" clId="{13B68BEF-C566-4C92-B1B3-6B2005496400}" dt="2022-04-25T01:05:46.209" v="410" actId="113"/>
        <pc:sldMkLst>
          <pc:docMk/>
          <pc:sldMk cId="0" sldId="258"/>
        </pc:sldMkLst>
        <pc:spChg chg="add del">
          <ac:chgData name="Pedro Vinicio Donis Cerón" userId="94e7d206f8667d7a" providerId="LiveId" clId="{13B68BEF-C566-4C92-B1B3-6B2005496400}" dt="2022-04-25T01:03:52.983" v="336" actId="478"/>
          <ac:spMkLst>
            <pc:docMk/>
            <pc:sldMk cId="0" sldId="258"/>
            <ac:spMk id="2" creationId="{00000000-0000-0000-0000-000000000000}"/>
          </ac:spMkLst>
        </pc:spChg>
        <pc:spChg chg="mod">
          <ac:chgData name="Pedro Vinicio Donis Cerón" userId="94e7d206f8667d7a" providerId="LiveId" clId="{13B68BEF-C566-4C92-B1B3-6B2005496400}" dt="2022-04-25T01:04:26.110" v="341" actId="6549"/>
          <ac:spMkLst>
            <pc:docMk/>
            <pc:sldMk cId="0" sldId="258"/>
            <ac:spMk id="3" creationId="{00000000-0000-0000-0000-000000000000}"/>
          </ac:spMkLst>
        </pc:spChg>
        <pc:spChg chg="add mod">
          <ac:chgData name="Pedro Vinicio Donis Cerón" userId="94e7d206f8667d7a" providerId="LiveId" clId="{13B68BEF-C566-4C92-B1B3-6B2005496400}" dt="2022-04-25T01:05:01.162" v="388" actId="113"/>
          <ac:spMkLst>
            <pc:docMk/>
            <pc:sldMk cId="0" sldId="258"/>
            <ac:spMk id="4" creationId="{960F85F0-D691-4A54-A43B-573AF228AB4A}"/>
          </ac:spMkLst>
        </pc:spChg>
        <pc:spChg chg="add mod">
          <ac:chgData name="Pedro Vinicio Donis Cerón" userId="94e7d206f8667d7a" providerId="LiveId" clId="{13B68BEF-C566-4C92-B1B3-6B2005496400}" dt="2022-04-25T01:05:46.209" v="410" actId="113"/>
          <ac:spMkLst>
            <pc:docMk/>
            <pc:sldMk cId="0" sldId="258"/>
            <ac:spMk id="5" creationId="{2BF9208C-B58C-4AFF-A3DD-FDB0C99F0AB5}"/>
          </ac:spMkLst>
        </pc:spChg>
      </pc:sldChg>
      <pc:sldChg chg="modSp mod">
        <pc:chgData name="Pedro Vinicio Donis Cerón" userId="94e7d206f8667d7a" providerId="LiveId" clId="{13B68BEF-C566-4C92-B1B3-6B2005496400}" dt="2022-04-25T01:22:00.163" v="1612" actId="207"/>
        <pc:sldMkLst>
          <pc:docMk/>
          <pc:sldMk cId="0" sldId="259"/>
        </pc:sldMkLst>
        <pc:spChg chg="mod">
          <ac:chgData name="Pedro Vinicio Donis Cerón" userId="94e7d206f8667d7a" providerId="LiveId" clId="{13B68BEF-C566-4C92-B1B3-6B2005496400}" dt="2022-04-25T01:22:00.163" v="1612" actId="207"/>
          <ac:spMkLst>
            <pc:docMk/>
            <pc:sldMk cId="0" sldId="259"/>
            <ac:spMk id="3" creationId="{00000000-0000-0000-0000-000000000000}"/>
          </ac:spMkLst>
        </pc:spChg>
      </pc:sldChg>
      <pc:sldChg chg="del">
        <pc:chgData name="Pedro Vinicio Donis Cerón" userId="94e7d206f8667d7a" providerId="LiveId" clId="{13B68BEF-C566-4C92-B1B3-6B2005496400}" dt="2022-04-25T01:22:20.751" v="1613" actId="47"/>
        <pc:sldMkLst>
          <pc:docMk/>
          <pc:sldMk cId="0" sldId="260"/>
        </pc:sldMkLst>
      </pc:sldChg>
      <pc:sldChg chg="modSp mod">
        <pc:chgData name="Pedro Vinicio Donis Cerón" userId="94e7d206f8667d7a" providerId="LiveId" clId="{13B68BEF-C566-4C92-B1B3-6B2005496400}" dt="2022-04-25T01:23:43.085" v="1621" actId="20577"/>
        <pc:sldMkLst>
          <pc:docMk/>
          <pc:sldMk cId="0" sldId="267"/>
        </pc:sldMkLst>
        <pc:spChg chg="mod">
          <ac:chgData name="Pedro Vinicio Donis Cerón" userId="94e7d206f8667d7a" providerId="LiveId" clId="{13B68BEF-C566-4C92-B1B3-6B2005496400}" dt="2022-04-25T01:23:43.085" v="1621" actId="20577"/>
          <ac:spMkLst>
            <pc:docMk/>
            <pc:sldMk cId="0" sldId="267"/>
            <ac:spMk id="2" creationId="{00000000-0000-0000-0000-000000000000}"/>
          </ac:spMkLst>
        </pc:spChg>
      </pc:sldChg>
      <pc:sldChg chg="modSp mod">
        <pc:chgData name="Pedro Vinicio Donis Cerón" userId="94e7d206f8667d7a" providerId="LiveId" clId="{13B68BEF-C566-4C92-B1B3-6B2005496400}" dt="2022-04-25T01:26:48.583" v="1752" actId="20577"/>
        <pc:sldMkLst>
          <pc:docMk/>
          <pc:sldMk cId="0" sldId="286"/>
        </pc:sldMkLst>
        <pc:spChg chg="mod">
          <ac:chgData name="Pedro Vinicio Donis Cerón" userId="94e7d206f8667d7a" providerId="LiveId" clId="{13B68BEF-C566-4C92-B1B3-6B2005496400}" dt="2022-04-25T01:26:48.583" v="1752" actId="20577"/>
          <ac:spMkLst>
            <pc:docMk/>
            <pc:sldMk cId="0" sldId="286"/>
            <ac:spMk id="3" creationId="{00000000-0000-0000-0000-000000000000}"/>
          </ac:spMkLst>
        </pc:spChg>
      </pc:sldChg>
      <pc:sldChg chg="del">
        <pc:chgData name="Pedro Vinicio Donis Cerón" userId="94e7d206f8667d7a" providerId="LiveId" clId="{13B68BEF-C566-4C92-B1B3-6B2005496400}" dt="2022-04-25T01:27:31.316" v="1754" actId="47"/>
        <pc:sldMkLst>
          <pc:docMk/>
          <pc:sldMk cId="0" sldId="288"/>
        </pc:sldMkLst>
      </pc:sldChg>
      <pc:sldChg chg="del">
        <pc:chgData name="Pedro Vinicio Donis Cerón" userId="94e7d206f8667d7a" providerId="LiveId" clId="{13B68BEF-C566-4C92-B1B3-6B2005496400}" dt="2022-04-25T01:27:28.812" v="1753" actId="47"/>
        <pc:sldMkLst>
          <pc:docMk/>
          <pc:sldMk cId="0" sldId="289"/>
        </pc:sldMkLst>
      </pc:sldChg>
      <pc:sldChg chg="del">
        <pc:chgData name="Pedro Vinicio Donis Cerón" userId="94e7d206f8667d7a" providerId="LiveId" clId="{13B68BEF-C566-4C92-B1B3-6B2005496400}" dt="2022-04-25T01:27:33.688" v="1755" actId="47"/>
        <pc:sldMkLst>
          <pc:docMk/>
          <pc:sldMk cId="0" sldId="290"/>
        </pc:sldMkLst>
      </pc:sldChg>
      <pc:sldChg chg="del">
        <pc:chgData name="Pedro Vinicio Donis Cerón" userId="94e7d206f8667d7a" providerId="LiveId" clId="{13B68BEF-C566-4C92-B1B3-6B2005496400}" dt="2022-04-25T01:28:21.979" v="1756" actId="47"/>
        <pc:sldMkLst>
          <pc:docMk/>
          <pc:sldMk cId="0" sldId="302"/>
        </pc:sldMkLst>
      </pc:sldChg>
      <pc:sldChg chg="del">
        <pc:chgData name="Pedro Vinicio Donis Cerón" userId="94e7d206f8667d7a" providerId="LiveId" clId="{13B68BEF-C566-4C92-B1B3-6B2005496400}" dt="2022-04-25T01:28:33.547" v="1757" actId="47"/>
        <pc:sldMkLst>
          <pc:docMk/>
          <pc:sldMk cId="0" sldId="303"/>
        </pc:sldMkLst>
      </pc:sldChg>
      <pc:sldChg chg="modSp add mod">
        <pc:chgData name="Pedro Vinicio Donis Cerón" userId="94e7d206f8667d7a" providerId="LiveId" clId="{13B68BEF-C566-4C92-B1B3-6B2005496400}" dt="2022-04-25T01:06:57.249" v="654" actId="255"/>
        <pc:sldMkLst>
          <pc:docMk/>
          <pc:sldMk cId="3616999641" sldId="305"/>
        </pc:sldMkLst>
        <pc:spChg chg="mod">
          <ac:chgData name="Pedro Vinicio Donis Cerón" userId="94e7d206f8667d7a" providerId="LiveId" clId="{13B68BEF-C566-4C92-B1B3-6B2005496400}" dt="2022-04-25T01:06:57.249" v="654" actId="255"/>
          <ac:spMkLst>
            <pc:docMk/>
            <pc:sldMk cId="3616999641" sldId="305"/>
            <ac:spMk id="3" creationId="{00000000-0000-0000-0000-000000000000}"/>
          </ac:spMkLst>
        </pc:spChg>
      </pc:sldChg>
      <pc:sldChg chg="addSp modSp add mod modAnim">
        <pc:chgData name="Pedro Vinicio Donis Cerón" userId="94e7d206f8667d7a" providerId="LiveId" clId="{13B68BEF-C566-4C92-B1B3-6B2005496400}" dt="2022-04-25T01:08:34.995" v="868"/>
        <pc:sldMkLst>
          <pc:docMk/>
          <pc:sldMk cId="4228773215" sldId="306"/>
        </pc:sldMkLst>
        <pc:spChg chg="mod">
          <ac:chgData name="Pedro Vinicio Donis Cerón" userId="94e7d206f8667d7a" providerId="LiveId" clId="{13B68BEF-C566-4C92-B1B3-6B2005496400}" dt="2022-04-25T01:07:48.565" v="815" actId="14100"/>
          <ac:spMkLst>
            <pc:docMk/>
            <pc:sldMk cId="4228773215" sldId="306"/>
            <ac:spMk id="3" creationId="{00000000-0000-0000-0000-000000000000}"/>
          </ac:spMkLst>
        </pc:spChg>
        <pc:spChg chg="add mod">
          <ac:chgData name="Pedro Vinicio Donis Cerón" userId="94e7d206f8667d7a" providerId="LiveId" clId="{13B68BEF-C566-4C92-B1B3-6B2005496400}" dt="2022-04-25T01:08:29.383" v="867" actId="207"/>
          <ac:spMkLst>
            <pc:docMk/>
            <pc:sldMk cId="4228773215" sldId="306"/>
            <ac:spMk id="4" creationId="{FF975A5D-2B2A-45C2-8A26-A59166A4E864}"/>
          </ac:spMkLst>
        </pc:spChg>
      </pc:sldChg>
      <pc:sldChg chg="modSp add mod">
        <pc:chgData name="Pedro Vinicio Donis Cerón" userId="94e7d206f8667d7a" providerId="LiveId" clId="{13B68BEF-C566-4C92-B1B3-6B2005496400}" dt="2022-04-25T01:13:12.983" v="1032" actId="13926"/>
        <pc:sldMkLst>
          <pc:docMk/>
          <pc:sldMk cId="363575997" sldId="307"/>
        </pc:sldMkLst>
        <pc:spChg chg="mod">
          <ac:chgData name="Pedro Vinicio Donis Cerón" userId="94e7d206f8667d7a" providerId="LiveId" clId="{13B68BEF-C566-4C92-B1B3-6B2005496400}" dt="2022-04-25T01:13:12.983" v="1032" actId="13926"/>
          <ac:spMkLst>
            <pc:docMk/>
            <pc:sldMk cId="363575997" sldId="307"/>
            <ac:spMk id="3" creationId="{00000000-0000-0000-0000-000000000000}"/>
          </ac:spMkLst>
        </pc:spChg>
      </pc:sldChg>
      <pc:sldChg chg="modSp add mod">
        <pc:chgData name="Pedro Vinicio Donis Cerón" userId="94e7d206f8667d7a" providerId="LiveId" clId="{13B68BEF-C566-4C92-B1B3-6B2005496400}" dt="2022-04-25T01:13:03.303" v="1031" actId="13926"/>
        <pc:sldMkLst>
          <pc:docMk/>
          <pc:sldMk cId="2007337788" sldId="308"/>
        </pc:sldMkLst>
        <pc:spChg chg="mod">
          <ac:chgData name="Pedro Vinicio Donis Cerón" userId="94e7d206f8667d7a" providerId="LiveId" clId="{13B68BEF-C566-4C92-B1B3-6B2005496400}" dt="2022-04-25T01:13:03.303" v="1031" actId="13926"/>
          <ac:spMkLst>
            <pc:docMk/>
            <pc:sldMk cId="2007337788" sldId="308"/>
            <ac:spMk id="3" creationId="{00000000-0000-0000-0000-000000000000}"/>
          </ac:spMkLst>
        </pc:spChg>
      </pc:sldChg>
      <pc:sldChg chg="modSp add mod">
        <pc:chgData name="Pedro Vinicio Donis Cerón" userId="94e7d206f8667d7a" providerId="LiveId" clId="{13B68BEF-C566-4C92-B1B3-6B2005496400}" dt="2022-04-25T01:14:04.911" v="1112" actId="13926"/>
        <pc:sldMkLst>
          <pc:docMk/>
          <pc:sldMk cId="4057733244" sldId="309"/>
        </pc:sldMkLst>
        <pc:spChg chg="mod">
          <ac:chgData name="Pedro Vinicio Donis Cerón" userId="94e7d206f8667d7a" providerId="LiveId" clId="{13B68BEF-C566-4C92-B1B3-6B2005496400}" dt="2022-04-25T01:14:04.911" v="1112" actId="13926"/>
          <ac:spMkLst>
            <pc:docMk/>
            <pc:sldMk cId="4057733244" sldId="309"/>
            <ac:spMk id="3" creationId="{00000000-0000-0000-0000-000000000000}"/>
          </ac:spMkLst>
        </pc:spChg>
      </pc:sldChg>
      <pc:sldChg chg="modSp add mod">
        <pc:chgData name="Pedro Vinicio Donis Cerón" userId="94e7d206f8667d7a" providerId="LiveId" clId="{13B68BEF-C566-4C92-B1B3-6B2005496400}" dt="2022-04-25T01:14:59.535" v="1191" actId="13926"/>
        <pc:sldMkLst>
          <pc:docMk/>
          <pc:sldMk cId="4080623755" sldId="310"/>
        </pc:sldMkLst>
        <pc:spChg chg="mod">
          <ac:chgData name="Pedro Vinicio Donis Cerón" userId="94e7d206f8667d7a" providerId="LiveId" clId="{13B68BEF-C566-4C92-B1B3-6B2005496400}" dt="2022-04-25T01:14:59.535" v="1191" actId="13926"/>
          <ac:spMkLst>
            <pc:docMk/>
            <pc:sldMk cId="4080623755" sldId="310"/>
            <ac:spMk id="3" creationId="{00000000-0000-0000-0000-000000000000}"/>
          </ac:spMkLst>
        </pc:spChg>
      </pc:sldChg>
      <pc:sldChg chg="modSp add mod">
        <pc:chgData name="Pedro Vinicio Donis Cerón" userId="94e7d206f8667d7a" providerId="LiveId" clId="{13B68BEF-C566-4C92-B1B3-6B2005496400}" dt="2022-04-25T01:15:43.111" v="1198" actId="13926"/>
        <pc:sldMkLst>
          <pc:docMk/>
          <pc:sldMk cId="2523106036" sldId="311"/>
        </pc:sldMkLst>
        <pc:spChg chg="mod">
          <ac:chgData name="Pedro Vinicio Donis Cerón" userId="94e7d206f8667d7a" providerId="LiveId" clId="{13B68BEF-C566-4C92-B1B3-6B2005496400}" dt="2022-04-25T01:15:43.111" v="1198" actId="13926"/>
          <ac:spMkLst>
            <pc:docMk/>
            <pc:sldMk cId="2523106036" sldId="311"/>
            <ac:spMk id="3" creationId="{00000000-0000-0000-0000-000000000000}"/>
          </ac:spMkLst>
        </pc:spChg>
      </pc:sldChg>
      <pc:sldChg chg="modSp add mod">
        <pc:chgData name="Pedro Vinicio Donis Cerón" userId="94e7d206f8667d7a" providerId="LiveId" clId="{13B68BEF-C566-4C92-B1B3-6B2005496400}" dt="2022-04-25T01:16:46.415" v="1280" actId="14100"/>
        <pc:sldMkLst>
          <pc:docMk/>
          <pc:sldMk cId="2872027490" sldId="312"/>
        </pc:sldMkLst>
        <pc:spChg chg="mod">
          <ac:chgData name="Pedro Vinicio Donis Cerón" userId="94e7d206f8667d7a" providerId="LiveId" clId="{13B68BEF-C566-4C92-B1B3-6B2005496400}" dt="2022-04-25T01:16:46.415" v="1280" actId="14100"/>
          <ac:spMkLst>
            <pc:docMk/>
            <pc:sldMk cId="2872027490" sldId="312"/>
            <ac:spMk id="3" creationId="{00000000-0000-0000-0000-000000000000}"/>
          </ac:spMkLst>
        </pc:spChg>
      </pc:sldChg>
      <pc:sldChg chg="modSp add mod">
        <pc:chgData name="Pedro Vinicio Donis Cerón" userId="94e7d206f8667d7a" providerId="LiveId" clId="{13B68BEF-C566-4C92-B1B3-6B2005496400}" dt="2022-04-25T01:17:31.500" v="1359" actId="255"/>
        <pc:sldMkLst>
          <pc:docMk/>
          <pc:sldMk cId="1846535784" sldId="313"/>
        </pc:sldMkLst>
        <pc:spChg chg="mod">
          <ac:chgData name="Pedro Vinicio Donis Cerón" userId="94e7d206f8667d7a" providerId="LiveId" clId="{13B68BEF-C566-4C92-B1B3-6B2005496400}" dt="2022-04-25T01:17:31.500" v="1359" actId="255"/>
          <ac:spMkLst>
            <pc:docMk/>
            <pc:sldMk cId="1846535784" sldId="313"/>
            <ac:spMk id="3" creationId="{00000000-0000-0000-0000-000000000000}"/>
          </ac:spMkLst>
        </pc:spChg>
      </pc:sldChg>
      <pc:sldChg chg="modSp add mod">
        <pc:chgData name="Pedro Vinicio Donis Cerón" userId="94e7d206f8667d7a" providerId="LiveId" clId="{13B68BEF-C566-4C92-B1B3-6B2005496400}" dt="2022-04-25T01:18:51.162" v="1446" actId="255"/>
        <pc:sldMkLst>
          <pc:docMk/>
          <pc:sldMk cId="2431149856" sldId="314"/>
        </pc:sldMkLst>
        <pc:spChg chg="mod">
          <ac:chgData name="Pedro Vinicio Donis Cerón" userId="94e7d206f8667d7a" providerId="LiveId" clId="{13B68BEF-C566-4C92-B1B3-6B2005496400}" dt="2022-04-25T01:18:51.162" v="1446" actId="255"/>
          <ac:spMkLst>
            <pc:docMk/>
            <pc:sldMk cId="2431149856" sldId="314"/>
            <ac:spMk id="3" creationId="{00000000-0000-0000-0000-000000000000}"/>
          </ac:spMkLst>
        </pc:spChg>
      </pc:sldChg>
      <pc:sldChg chg="modSp add mod">
        <pc:chgData name="Pedro Vinicio Donis Cerón" userId="94e7d206f8667d7a" providerId="LiveId" clId="{13B68BEF-C566-4C92-B1B3-6B2005496400}" dt="2022-04-25T01:20:57.127" v="1552" actId="14100"/>
        <pc:sldMkLst>
          <pc:docMk/>
          <pc:sldMk cId="2812825546" sldId="315"/>
        </pc:sldMkLst>
        <pc:spChg chg="mod">
          <ac:chgData name="Pedro Vinicio Donis Cerón" userId="94e7d206f8667d7a" providerId="LiveId" clId="{13B68BEF-C566-4C92-B1B3-6B2005496400}" dt="2022-04-25T01:20:57.127" v="1552" actId="14100"/>
          <ac:spMkLst>
            <pc:docMk/>
            <pc:sldMk cId="2812825546" sldId="315"/>
            <ac:spMk id="3" creationId="{00000000-0000-0000-0000-000000000000}"/>
          </ac:spMkLst>
        </pc:spChg>
      </pc:sldChg>
      <pc:sldChg chg="add">
        <pc:chgData name="Pedro Vinicio Donis Cerón" userId="94e7d206f8667d7a" providerId="LiveId" clId="{13B68BEF-C566-4C92-B1B3-6B2005496400}" dt="2022-04-25T01:18:57.541" v="1447" actId="2890"/>
        <pc:sldMkLst>
          <pc:docMk/>
          <pc:sldMk cId="354032034" sldId="316"/>
        </pc:sldMkLst>
      </pc:sldChg>
      <pc:sldChg chg="addSp delSp modSp add mod">
        <pc:chgData name="Pedro Vinicio Donis Cerón" userId="94e7d206f8667d7a" providerId="LiveId" clId="{13B68BEF-C566-4C92-B1B3-6B2005496400}" dt="2022-04-25T01:29:07.494" v="1773" actId="14100"/>
        <pc:sldMkLst>
          <pc:docMk/>
          <pc:sldMk cId="386144541" sldId="317"/>
        </pc:sldMkLst>
        <pc:spChg chg="del">
          <ac:chgData name="Pedro Vinicio Donis Cerón" userId="94e7d206f8667d7a" providerId="LiveId" clId="{13B68BEF-C566-4C92-B1B3-6B2005496400}" dt="2022-04-25T01:28:44.749" v="1759" actId="478"/>
          <ac:spMkLst>
            <pc:docMk/>
            <pc:sldMk cId="386144541" sldId="317"/>
            <ac:spMk id="2" creationId="{00000000-0000-0000-0000-000000000000}"/>
          </ac:spMkLst>
        </pc:spChg>
        <pc:spChg chg="add mod">
          <ac:chgData name="Pedro Vinicio Donis Cerón" userId="94e7d206f8667d7a" providerId="LiveId" clId="{13B68BEF-C566-4C92-B1B3-6B2005496400}" dt="2022-04-25T01:29:07.494" v="1773" actId="14100"/>
          <ac:spMkLst>
            <pc:docMk/>
            <pc:sldMk cId="386144541" sldId="317"/>
            <ac:spMk id="3" creationId="{2D28BC43-9576-47A4-902F-ED672746CF4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228599" y="228600"/>
            <a:ext cx="8695944" cy="6035040"/>
          </a:xfrm>
          <a:prstGeom prst="rect">
            <a:avLst/>
          </a:prstGeom>
          <a:blipFill>
            <a:blip r:embed="rId2" cstate="print"/>
            <a:stretch>
              <a:fillRect/>
            </a:stretch>
          </a:blipFill>
        </p:spPr>
        <p:txBody>
          <a:bodyPr wrap="square" lIns="0" tIns="0" rIns="0" bIns="0" rtlCol="0"/>
          <a:lstStyle/>
          <a:p>
            <a:endParaRPr/>
          </a:p>
        </p:txBody>
      </p:sp>
      <p:sp>
        <p:nvSpPr>
          <p:cNvPr id="17" name="bg object 17"/>
          <p:cNvSpPr/>
          <p:nvPr/>
        </p:nvSpPr>
        <p:spPr>
          <a:xfrm>
            <a:off x="6054978" y="5499227"/>
            <a:ext cx="2880360" cy="715010"/>
          </a:xfrm>
          <a:custGeom>
            <a:avLst/>
            <a:gdLst/>
            <a:ahLst/>
            <a:cxnLst/>
            <a:rect l="l" t="t" r="r" b="b"/>
            <a:pathLst>
              <a:path w="2880359" h="715010">
                <a:moveTo>
                  <a:pt x="2880105" y="0"/>
                </a:moveTo>
                <a:lnTo>
                  <a:pt x="2873629" y="0"/>
                </a:lnTo>
                <a:lnTo>
                  <a:pt x="2752344" y="20066"/>
                </a:lnTo>
                <a:lnTo>
                  <a:pt x="2628900" y="42418"/>
                </a:lnTo>
                <a:lnTo>
                  <a:pt x="2373376" y="91554"/>
                </a:lnTo>
                <a:lnTo>
                  <a:pt x="2105279" y="149644"/>
                </a:lnTo>
                <a:lnTo>
                  <a:pt x="1824227" y="216674"/>
                </a:lnTo>
                <a:lnTo>
                  <a:pt x="1566672" y="281470"/>
                </a:lnTo>
                <a:lnTo>
                  <a:pt x="842899" y="444563"/>
                </a:lnTo>
                <a:lnTo>
                  <a:pt x="621538" y="489242"/>
                </a:lnTo>
                <a:lnTo>
                  <a:pt x="200025" y="567448"/>
                </a:lnTo>
                <a:lnTo>
                  <a:pt x="0" y="600951"/>
                </a:lnTo>
                <a:lnTo>
                  <a:pt x="138303" y="621068"/>
                </a:lnTo>
                <a:lnTo>
                  <a:pt x="270256" y="638937"/>
                </a:lnTo>
                <a:lnTo>
                  <a:pt x="398018" y="654583"/>
                </a:lnTo>
                <a:lnTo>
                  <a:pt x="644905" y="681393"/>
                </a:lnTo>
                <a:lnTo>
                  <a:pt x="874776" y="699262"/>
                </a:lnTo>
                <a:lnTo>
                  <a:pt x="985520" y="705967"/>
                </a:lnTo>
                <a:lnTo>
                  <a:pt x="1094104" y="710438"/>
                </a:lnTo>
                <a:lnTo>
                  <a:pt x="1298448" y="714895"/>
                </a:lnTo>
                <a:lnTo>
                  <a:pt x="1396365" y="714895"/>
                </a:lnTo>
                <a:lnTo>
                  <a:pt x="1585849" y="710438"/>
                </a:lnTo>
                <a:lnTo>
                  <a:pt x="1675256" y="705967"/>
                </a:lnTo>
                <a:lnTo>
                  <a:pt x="1845564" y="692556"/>
                </a:lnTo>
                <a:lnTo>
                  <a:pt x="1928495" y="683628"/>
                </a:lnTo>
                <a:lnTo>
                  <a:pt x="2086102" y="661276"/>
                </a:lnTo>
                <a:lnTo>
                  <a:pt x="2235073" y="634466"/>
                </a:lnTo>
                <a:lnTo>
                  <a:pt x="2375535" y="603186"/>
                </a:lnTo>
                <a:lnTo>
                  <a:pt x="2509647" y="567448"/>
                </a:lnTo>
                <a:lnTo>
                  <a:pt x="2637409" y="527227"/>
                </a:lnTo>
                <a:lnTo>
                  <a:pt x="2758694" y="482549"/>
                </a:lnTo>
                <a:lnTo>
                  <a:pt x="2875788" y="435622"/>
                </a:lnTo>
                <a:lnTo>
                  <a:pt x="2880105" y="433387"/>
                </a:lnTo>
                <a:lnTo>
                  <a:pt x="2880105" y="0"/>
                </a:lnTo>
                <a:close/>
              </a:path>
            </a:pathLst>
          </a:custGeom>
          <a:solidFill>
            <a:srgbClr val="C5E7FB">
              <a:alpha val="29019"/>
            </a:srgbClr>
          </a:solidFill>
        </p:spPr>
        <p:txBody>
          <a:bodyPr wrap="square" lIns="0" tIns="0" rIns="0" bIns="0" rtlCol="0"/>
          <a:lstStyle/>
          <a:p>
            <a:endParaRPr/>
          </a:p>
        </p:txBody>
      </p:sp>
      <p:sp>
        <p:nvSpPr>
          <p:cNvPr id="18" name="bg object 18"/>
          <p:cNvSpPr/>
          <p:nvPr/>
        </p:nvSpPr>
        <p:spPr>
          <a:xfrm>
            <a:off x="2622422" y="5370703"/>
            <a:ext cx="5551805" cy="851535"/>
          </a:xfrm>
          <a:custGeom>
            <a:avLst/>
            <a:gdLst/>
            <a:ahLst/>
            <a:cxnLst/>
            <a:rect l="l" t="t" r="r" b="b"/>
            <a:pathLst>
              <a:path w="5551805" h="851535">
                <a:moveTo>
                  <a:pt x="853566" y="0"/>
                </a:moveTo>
                <a:lnTo>
                  <a:pt x="685418" y="0"/>
                </a:lnTo>
                <a:lnTo>
                  <a:pt x="527938" y="4445"/>
                </a:lnTo>
                <a:lnTo>
                  <a:pt x="381000" y="11176"/>
                </a:lnTo>
                <a:lnTo>
                  <a:pt x="244728" y="22352"/>
                </a:lnTo>
                <a:lnTo>
                  <a:pt x="117093" y="35814"/>
                </a:lnTo>
                <a:lnTo>
                  <a:pt x="0" y="53594"/>
                </a:lnTo>
                <a:lnTo>
                  <a:pt x="334137" y="96139"/>
                </a:lnTo>
                <a:lnTo>
                  <a:pt x="693927" y="156464"/>
                </a:lnTo>
                <a:lnTo>
                  <a:pt x="1079246" y="234607"/>
                </a:lnTo>
                <a:lnTo>
                  <a:pt x="1283589" y="279285"/>
                </a:lnTo>
                <a:lnTo>
                  <a:pt x="1868931" y="422275"/>
                </a:lnTo>
                <a:lnTo>
                  <a:pt x="2562987" y="576440"/>
                </a:lnTo>
                <a:lnTo>
                  <a:pt x="2726816" y="607720"/>
                </a:lnTo>
                <a:lnTo>
                  <a:pt x="2882265" y="639000"/>
                </a:lnTo>
                <a:lnTo>
                  <a:pt x="3035554" y="668045"/>
                </a:lnTo>
                <a:lnTo>
                  <a:pt x="3329304" y="717194"/>
                </a:lnTo>
                <a:lnTo>
                  <a:pt x="3469766" y="739533"/>
                </a:lnTo>
                <a:lnTo>
                  <a:pt x="3737991" y="775284"/>
                </a:lnTo>
                <a:lnTo>
                  <a:pt x="3991229" y="806564"/>
                </a:lnTo>
                <a:lnTo>
                  <a:pt x="4112641" y="817727"/>
                </a:lnTo>
                <a:lnTo>
                  <a:pt x="4342510" y="835609"/>
                </a:lnTo>
                <a:lnTo>
                  <a:pt x="4453255" y="842302"/>
                </a:lnTo>
                <a:lnTo>
                  <a:pt x="4666107" y="851242"/>
                </a:lnTo>
                <a:lnTo>
                  <a:pt x="4864100" y="851242"/>
                </a:lnTo>
                <a:lnTo>
                  <a:pt x="5051425" y="846772"/>
                </a:lnTo>
                <a:lnTo>
                  <a:pt x="5140833" y="842302"/>
                </a:lnTo>
                <a:lnTo>
                  <a:pt x="5228082" y="835609"/>
                </a:lnTo>
                <a:lnTo>
                  <a:pt x="5474970" y="808799"/>
                </a:lnTo>
                <a:lnTo>
                  <a:pt x="5551551" y="797623"/>
                </a:lnTo>
                <a:lnTo>
                  <a:pt x="5304662" y="766343"/>
                </a:lnTo>
                <a:lnTo>
                  <a:pt x="5042916" y="728357"/>
                </a:lnTo>
                <a:lnTo>
                  <a:pt x="4474463" y="630059"/>
                </a:lnTo>
                <a:lnTo>
                  <a:pt x="3840099" y="498246"/>
                </a:lnTo>
                <a:lnTo>
                  <a:pt x="2854579" y="263652"/>
                </a:lnTo>
                <a:lnTo>
                  <a:pt x="2586354" y="205613"/>
                </a:lnTo>
                <a:lnTo>
                  <a:pt x="2330957" y="156464"/>
                </a:lnTo>
                <a:lnTo>
                  <a:pt x="2207387" y="134112"/>
                </a:lnTo>
                <a:lnTo>
                  <a:pt x="2086102" y="113919"/>
                </a:lnTo>
                <a:lnTo>
                  <a:pt x="1969007" y="96139"/>
                </a:lnTo>
                <a:lnTo>
                  <a:pt x="1630552" y="51435"/>
                </a:lnTo>
                <a:lnTo>
                  <a:pt x="1419860" y="31242"/>
                </a:lnTo>
                <a:lnTo>
                  <a:pt x="1221866" y="15621"/>
                </a:lnTo>
                <a:lnTo>
                  <a:pt x="1032382" y="4445"/>
                </a:lnTo>
                <a:lnTo>
                  <a:pt x="853566" y="0"/>
                </a:lnTo>
                <a:close/>
              </a:path>
            </a:pathLst>
          </a:custGeom>
          <a:solidFill>
            <a:srgbClr val="C5E7FB">
              <a:alpha val="39999"/>
            </a:srgbClr>
          </a:solidFill>
        </p:spPr>
        <p:txBody>
          <a:bodyPr wrap="square" lIns="0" tIns="0" rIns="0" bIns="0" rtlCol="0"/>
          <a:lstStyle/>
          <a:p>
            <a:endParaRPr/>
          </a:p>
        </p:txBody>
      </p:sp>
      <p:sp>
        <p:nvSpPr>
          <p:cNvPr id="19" name="bg object 19"/>
          <p:cNvSpPr/>
          <p:nvPr/>
        </p:nvSpPr>
        <p:spPr>
          <a:xfrm>
            <a:off x="2832099" y="5369559"/>
            <a:ext cx="6096635" cy="789305"/>
          </a:xfrm>
          <a:custGeom>
            <a:avLst/>
            <a:gdLst/>
            <a:ahLst/>
            <a:cxnLst/>
            <a:rect l="l" t="t" r="r" b="b"/>
            <a:pathLst>
              <a:path w="6096634" h="789304">
                <a:moveTo>
                  <a:pt x="0" y="91693"/>
                </a:moveTo>
                <a:lnTo>
                  <a:pt x="19176" y="87121"/>
                </a:lnTo>
                <a:lnTo>
                  <a:pt x="76581" y="75945"/>
                </a:lnTo>
                <a:lnTo>
                  <a:pt x="174498" y="60324"/>
                </a:lnTo>
                <a:lnTo>
                  <a:pt x="238379" y="51434"/>
                </a:lnTo>
                <a:lnTo>
                  <a:pt x="312927" y="42544"/>
                </a:lnTo>
                <a:lnTo>
                  <a:pt x="395858" y="35813"/>
                </a:lnTo>
                <a:lnTo>
                  <a:pt x="491744" y="29082"/>
                </a:lnTo>
                <a:lnTo>
                  <a:pt x="596011" y="22351"/>
                </a:lnTo>
                <a:lnTo>
                  <a:pt x="713104" y="17906"/>
                </a:lnTo>
                <a:lnTo>
                  <a:pt x="840866" y="15620"/>
                </a:lnTo>
                <a:lnTo>
                  <a:pt x="979170" y="13461"/>
                </a:lnTo>
                <a:lnTo>
                  <a:pt x="1128140" y="15620"/>
                </a:lnTo>
                <a:lnTo>
                  <a:pt x="1287779" y="20192"/>
                </a:lnTo>
                <a:lnTo>
                  <a:pt x="1460246" y="29082"/>
                </a:lnTo>
                <a:lnTo>
                  <a:pt x="1643379" y="40258"/>
                </a:lnTo>
                <a:lnTo>
                  <a:pt x="1837054" y="58165"/>
                </a:lnTo>
                <a:lnTo>
                  <a:pt x="2043557" y="78231"/>
                </a:lnTo>
                <a:lnTo>
                  <a:pt x="2262759" y="102869"/>
                </a:lnTo>
                <a:lnTo>
                  <a:pt x="2492629" y="131825"/>
                </a:lnTo>
                <a:lnTo>
                  <a:pt x="2735326" y="167639"/>
                </a:lnTo>
                <a:lnTo>
                  <a:pt x="2988691" y="207771"/>
                </a:lnTo>
                <a:lnTo>
                  <a:pt x="3254755" y="254736"/>
                </a:lnTo>
                <a:lnTo>
                  <a:pt x="3533648" y="310591"/>
                </a:lnTo>
                <a:lnTo>
                  <a:pt x="3825240" y="370916"/>
                </a:lnTo>
                <a:lnTo>
                  <a:pt x="4129658" y="437946"/>
                </a:lnTo>
                <a:lnTo>
                  <a:pt x="4446778" y="513905"/>
                </a:lnTo>
                <a:lnTo>
                  <a:pt x="4776724" y="596569"/>
                </a:lnTo>
                <a:lnTo>
                  <a:pt x="5119497" y="688174"/>
                </a:lnTo>
                <a:lnTo>
                  <a:pt x="5474970" y="788708"/>
                </a:lnTo>
              </a:path>
              <a:path w="6096634" h="789304">
                <a:moveTo>
                  <a:pt x="2784348" y="652424"/>
                </a:moveTo>
                <a:lnTo>
                  <a:pt x="2880105" y="625614"/>
                </a:lnTo>
                <a:lnTo>
                  <a:pt x="3141979" y="556361"/>
                </a:lnTo>
                <a:lnTo>
                  <a:pt x="3322828" y="509435"/>
                </a:lnTo>
                <a:lnTo>
                  <a:pt x="3531489" y="458050"/>
                </a:lnTo>
                <a:lnTo>
                  <a:pt x="3763518" y="402196"/>
                </a:lnTo>
                <a:lnTo>
                  <a:pt x="4012565" y="341871"/>
                </a:lnTo>
                <a:lnTo>
                  <a:pt x="4276471" y="283781"/>
                </a:lnTo>
                <a:lnTo>
                  <a:pt x="4546854" y="225691"/>
                </a:lnTo>
                <a:lnTo>
                  <a:pt x="4823586" y="172084"/>
                </a:lnTo>
                <a:lnTo>
                  <a:pt x="5098160" y="120649"/>
                </a:lnTo>
                <a:lnTo>
                  <a:pt x="5234432" y="98297"/>
                </a:lnTo>
                <a:lnTo>
                  <a:pt x="5366384" y="75945"/>
                </a:lnTo>
                <a:lnTo>
                  <a:pt x="5498338" y="58165"/>
                </a:lnTo>
                <a:lnTo>
                  <a:pt x="5626100" y="40258"/>
                </a:lnTo>
                <a:lnTo>
                  <a:pt x="5751703" y="26796"/>
                </a:lnTo>
                <a:lnTo>
                  <a:pt x="5870956" y="15620"/>
                </a:lnTo>
                <a:lnTo>
                  <a:pt x="5985891" y="6730"/>
                </a:lnTo>
                <a:lnTo>
                  <a:pt x="6096508" y="0"/>
                </a:lnTo>
              </a:path>
            </a:pathLst>
          </a:custGeom>
          <a:ln w="3175">
            <a:solidFill>
              <a:srgbClr val="FFFFFF"/>
            </a:solidFill>
          </a:ln>
        </p:spPr>
        <p:txBody>
          <a:bodyPr wrap="square" lIns="0" tIns="0" rIns="0" bIns="0" rtlCol="0"/>
          <a:lstStyle/>
          <a:p>
            <a:endParaRPr/>
          </a:p>
        </p:txBody>
      </p:sp>
      <p:sp>
        <p:nvSpPr>
          <p:cNvPr id="20" name="bg object 20"/>
          <p:cNvSpPr/>
          <p:nvPr/>
        </p:nvSpPr>
        <p:spPr>
          <a:xfrm>
            <a:off x="211670" y="5353939"/>
            <a:ext cx="8723630" cy="1332230"/>
          </a:xfrm>
          <a:custGeom>
            <a:avLst/>
            <a:gdLst/>
            <a:ahLst/>
            <a:cxnLst/>
            <a:rect l="l" t="t" r="r" b="b"/>
            <a:pathLst>
              <a:path w="8723630" h="1332229">
                <a:moveTo>
                  <a:pt x="1556042" y="0"/>
                </a:moveTo>
                <a:lnTo>
                  <a:pt x="1402753" y="0"/>
                </a:lnTo>
                <a:lnTo>
                  <a:pt x="1258100" y="4445"/>
                </a:lnTo>
                <a:lnTo>
                  <a:pt x="1121829" y="11176"/>
                </a:lnTo>
                <a:lnTo>
                  <a:pt x="874890" y="33528"/>
                </a:lnTo>
                <a:lnTo>
                  <a:pt x="762063" y="49149"/>
                </a:lnTo>
                <a:lnTo>
                  <a:pt x="659891" y="64770"/>
                </a:lnTo>
                <a:lnTo>
                  <a:pt x="564095" y="82677"/>
                </a:lnTo>
                <a:lnTo>
                  <a:pt x="478955" y="102743"/>
                </a:lnTo>
                <a:lnTo>
                  <a:pt x="398056" y="120650"/>
                </a:lnTo>
                <a:lnTo>
                  <a:pt x="327812" y="140716"/>
                </a:lnTo>
                <a:lnTo>
                  <a:pt x="206476" y="178816"/>
                </a:lnTo>
                <a:lnTo>
                  <a:pt x="157518" y="196596"/>
                </a:lnTo>
                <a:lnTo>
                  <a:pt x="51079" y="241312"/>
                </a:lnTo>
                <a:lnTo>
                  <a:pt x="0" y="268122"/>
                </a:lnTo>
                <a:lnTo>
                  <a:pt x="0" y="1331607"/>
                </a:lnTo>
                <a:lnTo>
                  <a:pt x="8719096" y="1331607"/>
                </a:lnTo>
                <a:lnTo>
                  <a:pt x="8723414" y="1324902"/>
                </a:lnTo>
                <a:lnTo>
                  <a:pt x="8723414" y="851255"/>
                </a:lnTo>
                <a:lnTo>
                  <a:pt x="7182142" y="851255"/>
                </a:lnTo>
                <a:lnTo>
                  <a:pt x="7043839" y="849020"/>
                </a:lnTo>
                <a:lnTo>
                  <a:pt x="6899059" y="844550"/>
                </a:lnTo>
                <a:lnTo>
                  <a:pt x="6750088" y="837844"/>
                </a:lnTo>
                <a:lnTo>
                  <a:pt x="6594640" y="826681"/>
                </a:lnTo>
                <a:lnTo>
                  <a:pt x="6260503" y="793165"/>
                </a:lnTo>
                <a:lnTo>
                  <a:pt x="5900712" y="746239"/>
                </a:lnTo>
                <a:lnTo>
                  <a:pt x="5709196" y="717194"/>
                </a:lnTo>
                <a:lnTo>
                  <a:pt x="5509044" y="683691"/>
                </a:lnTo>
                <a:lnTo>
                  <a:pt x="5302542" y="645706"/>
                </a:lnTo>
                <a:lnTo>
                  <a:pt x="4861979" y="558571"/>
                </a:lnTo>
                <a:lnTo>
                  <a:pt x="4387253" y="453567"/>
                </a:lnTo>
                <a:lnTo>
                  <a:pt x="4136047" y="395478"/>
                </a:lnTo>
                <a:lnTo>
                  <a:pt x="3614458" y="268122"/>
                </a:lnTo>
                <a:lnTo>
                  <a:pt x="3122841" y="165354"/>
                </a:lnTo>
                <a:lnTo>
                  <a:pt x="2892844" y="125095"/>
                </a:lnTo>
                <a:lnTo>
                  <a:pt x="2673642" y="91567"/>
                </a:lnTo>
                <a:lnTo>
                  <a:pt x="2462949" y="62611"/>
                </a:lnTo>
                <a:lnTo>
                  <a:pt x="2262797" y="40259"/>
                </a:lnTo>
                <a:lnTo>
                  <a:pt x="2073313" y="22352"/>
                </a:lnTo>
                <a:lnTo>
                  <a:pt x="1719999" y="2286"/>
                </a:lnTo>
                <a:lnTo>
                  <a:pt x="1556042" y="0"/>
                </a:lnTo>
                <a:close/>
              </a:path>
              <a:path w="8723630" h="1332229">
                <a:moveTo>
                  <a:pt x="8723414" y="569747"/>
                </a:moveTo>
                <a:lnTo>
                  <a:pt x="8638197" y="605485"/>
                </a:lnTo>
                <a:lnTo>
                  <a:pt x="8557298" y="636765"/>
                </a:lnTo>
                <a:lnTo>
                  <a:pt x="8472208" y="665810"/>
                </a:lnTo>
                <a:lnTo>
                  <a:pt x="8295551" y="719429"/>
                </a:lnTo>
                <a:lnTo>
                  <a:pt x="8201825" y="744016"/>
                </a:lnTo>
                <a:lnTo>
                  <a:pt x="8005991" y="784225"/>
                </a:lnTo>
                <a:lnTo>
                  <a:pt x="7901724" y="802093"/>
                </a:lnTo>
                <a:lnTo>
                  <a:pt x="7680363" y="828916"/>
                </a:lnTo>
                <a:lnTo>
                  <a:pt x="7441857" y="846785"/>
                </a:lnTo>
                <a:lnTo>
                  <a:pt x="7314222" y="851255"/>
                </a:lnTo>
                <a:lnTo>
                  <a:pt x="8723414" y="851255"/>
                </a:lnTo>
                <a:lnTo>
                  <a:pt x="8723414" y="569747"/>
                </a:lnTo>
                <a:close/>
              </a:path>
            </a:pathLst>
          </a:custGeom>
          <a:solidFill>
            <a:srgbClr val="FFFFFF"/>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400" b="1"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Trebuchet MS"/>
                <a:cs typeface="Trebuchet MS"/>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228599" y="228600"/>
            <a:ext cx="8695944" cy="2468879"/>
          </a:xfrm>
          <a:prstGeom prst="rect">
            <a:avLst/>
          </a:prstGeom>
          <a:blipFill>
            <a:blip r:embed="rId7" cstate="print"/>
            <a:stretch>
              <a:fillRect/>
            </a:stretch>
          </a:blipFill>
        </p:spPr>
        <p:txBody>
          <a:bodyPr wrap="square" lIns="0" tIns="0" rIns="0" bIns="0" rtlCol="0"/>
          <a:lstStyle/>
          <a:p>
            <a:endParaRPr/>
          </a:p>
        </p:txBody>
      </p:sp>
      <p:sp>
        <p:nvSpPr>
          <p:cNvPr id="17" name="bg object 17"/>
          <p:cNvSpPr/>
          <p:nvPr/>
        </p:nvSpPr>
        <p:spPr>
          <a:xfrm>
            <a:off x="6047486" y="1824482"/>
            <a:ext cx="2876550" cy="714375"/>
          </a:xfrm>
          <a:custGeom>
            <a:avLst/>
            <a:gdLst/>
            <a:ahLst/>
            <a:cxnLst/>
            <a:rect l="l" t="t" r="r" b="b"/>
            <a:pathLst>
              <a:path w="2876550" h="714375">
                <a:moveTo>
                  <a:pt x="2876422" y="0"/>
                </a:moveTo>
                <a:lnTo>
                  <a:pt x="2869945" y="0"/>
                </a:lnTo>
                <a:lnTo>
                  <a:pt x="2748788" y="20065"/>
                </a:lnTo>
                <a:lnTo>
                  <a:pt x="2625470" y="42417"/>
                </a:lnTo>
                <a:lnTo>
                  <a:pt x="2370455" y="91439"/>
                </a:lnTo>
                <a:lnTo>
                  <a:pt x="2102485" y="149478"/>
                </a:lnTo>
                <a:lnTo>
                  <a:pt x="1821941" y="216407"/>
                </a:lnTo>
                <a:lnTo>
                  <a:pt x="1564639" y="281177"/>
                </a:lnTo>
                <a:lnTo>
                  <a:pt x="841883" y="443991"/>
                </a:lnTo>
                <a:lnTo>
                  <a:pt x="620775" y="488695"/>
                </a:lnTo>
                <a:lnTo>
                  <a:pt x="199771" y="566801"/>
                </a:lnTo>
                <a:lnTo>
                  <a:pt x="0" y="600201"/>
                </a:lnTo>
                <a:lnTo>
                  <a:pt x="270001" y="638175"/>
                </a:lnTo>
                <a:lnTo>
                  <a:pt x="397510" y="653795"/>
                </a:lnTo>
                <a:lnTo>
                  <a:pt x="644143" y="680592"/>
                </a:lnTo>
                <a:lnTo>
                  <a:pt x="873760" y="698372"/>
                </a:lnTo>
                <a:lnTo>
                  <a:pt x="984249" y="705103"/>
                </a:lnTo>
                <a:lnTo>
                  <a:pt x="1092708" y="709548"/>
                </a:lnTo>
                <a:lnTo>
                  <a:pt x="1296796" y="713993"/>
                </a:lnTo>
                <a:lnTo>
                  <a:pt x="1394587" y="713993"/>
                </a:lnTo>
                <a:lnTo>
                  <a:pt x="1583816" y="709548"/>
                </a:lnTo>
                <a:lnTo>
                  <a:pt x="1673097" y="705103"/>
                </a:lnTo>
                <a:lnTo>
                  <a:pt x="1843150" y="691641"/>
                </a:lnTo>
                <a:lnTo>
                  <a:pt x="1926082" y="682751"/>
                </a:lnTo>
                <a:lnTo>
                  <a:pt x="2083435" y="660400"/>
                </a:lnTo>
                <a:lnTo>
                  <a:pt x="2232152" y="633729"/>
                </a:lnTo>
                <a:lnTo>
                  <a:pt x="2372487" y="602488"/>
                </a:lnTo>
                <a:lnTo>
                  <a:pt x="2506471" y="566801"/>
                </a:lnTo>
                <a:lnTo>
                  <a:pt x="2633980" y="526541"/>
                </a:lnTo>
                <a:lnTo>
                  <a:pt x="2755138" y="481964"/>
                </a:lnTo>
                <a:lnTo>
                  <a:pt x="2872105" y="435101"/>
                </a:lnTo>
                <a:lnTo>
                  <a:pt x="2876422" y="432815"/>
                </a:lnTo>
                <a:lnTo>
                  <a:pt x="2876422" y="0"/>
                </a:lnTo>
                <a:close/>
              </a:path>
            </a:pathLst>
          </a:custGeom>
          <a:solidFill>
            <a:srgbClr val="C5E7FB">
              <a:alpha val="29019"/>
            </a:srgbClr>
          </a:solidFill>
        </p:spPr>
        <p:txBody>
          <a:bodyPr wrap="square" lIns="0" tIns="0" rIns="0" bIns="0" rtlCol="0"/>
          <a:lstStyle/>
          <a:p>
            <a:endParaRPr/>
          </a:p>
        </p:txBody>
      </p:sp>
      <p:sp>
        <p:nvSpPr>
          <p:cNvPr id="18" name="bg object 18"/>
          <p:cNvSpPr/>
          <p:nvPr/>
        </p:nvSpPr>
        <p:spPr>
          <a:xfrm>
            <a:off x="2619374" y="1696211"/>
            <a:ext cx="5544820" cy="850265"/>
          </a:xfrm>
          <a:custGeom>
            <a:avLst/>
            <a:gdLst/>
            <a:ahLst/>
            <a:cxnLst/>
            <a:rect l="l" t="t" r="r" b="b"/>
            <a:pathLst>
              <a:path w="5544820" h="850264">
                <a:moveTo>
                  <a:pt x="852424" y="0"/>
                </a:moveTo>
                <a:lnTo>
                  <a:pt x="684529" y="0"/>
                </a:lnTo>
                <a:lnTo>
                  <a:pt x="527176" y="4445"/>
                </a:lnTo>
                <a:lnTo>
                  <a:pt x="380492" y="11049"/>
                </a:lnTo>
                <a:lnTo>
                  <a:pt x="244475" y="22225"/>
                </a:lnTo>
                <a:lnTo>
                  <a:pt x="116839" y="35687"/>
                </a:lnTo>
                <a:lnTo>
                  <a:pt x="0" y="53466"/>
                </a:lnTo>
                <a:lnTo>
                  <a:pt x="333756" y="95885"/>
                </a:lnTo>
                <a:lnTo>
                  <a:pt x="693038" y="156083"/>
                </a:lnTo>
                <a:lnTo>
                  <a:pt x="1077849" y="234187"/>
                </a:lnTo>
                <a:lnTo>
                  <a:pt x="1281938" y="278891"/>
                </a:lnTo>
                <a:lnTo>
                  <a:pt x="1866519" y="421639"/>
                </a:lnTo>
                <a:lnTo>
                  <a:pt x="2559558" y="575690"/>
                </a:lnTo>
                <a:lnTo>
                  <a:pt x="2723261" y="606933"/>
                </a:lnTo>
                <a:lnTo>
                  <a:pt x="2878454" y="638175"/>
                </a:lnTo>
                <a:lnTo>
                  <a:pt x="3031616" y="667130"/>
                </a:lnTo>
                <a:lnTo>
                  <a:pt x="3324987" y="716152"/>
                </a:lnTo>
                <a:lnTo>
                  <a:pt x="3465322" y="738504"/>
                </a:lnTo>
                <a:lnTo>
                  <a:pt x="3733165" y="774191"/>
                </a:lnTo>
                <a:lnTo>
                  <a:pt x="3986149" y="805434"/>
                </a:lnTo>
                <a:lnTo>
                  <a:pt x="4107306" y="816610"/>
                </a:lnTo>
                <a:lnTo>
                  <a:pt x="4336923" y="834516"/>
                </a:lnTo>
                <a:lnTo>
                  <a:pt x="4447413" y="841121"/>
                </a:lnTo>
                <a:lnTo>
                  <a:pt x="4660010" y="850138"/>
                </a:lnTo>
                <a:lnTo>
                  <a:pt x="4857750" y="850138"/>
                </a:lnTo>
                <a:lnTo>
                  <a:pt x="5044821" y="845565"/>
                </a:lnTo>
                <a:lnTo>
                  <a:pt x="5134102" y="841121"/>
                </a:lnTo>
                <a:lnTo>
                  <a:pt x="5221351" y="834516"/>
                </a:lnTo>
                <a:lnTo>
                  <a:pt x="5467984" y="807720"/>
                </a:lnTo>
                <a:lnTo>
                  <a:pt x="5544439" y="796543"/>
                </a:lnTo>
                <a:lnTo>
                  <a:pt x="5297805" y="765301"/>
                </a:lnTo>
                <a:lnTo>
                  <a:pt x="5036311" y="727328"/>
                </a:lnTo>
                <a:lnTo>
                  <a:pt x="4468749" y="629158"/>
                </a:lnTo>
                <a:lnTo>
                  <a:pt x="3835146" y="497586"/>
                </a:lnTo>
                <a:lnTo>
                  <a:pt x="2850896" y="263271"/>
                </a:lnTo>
                <a:lnTo>
                  <a:pt x="2583053" y="205232"/>
                </a:lnTo>
                <a:lnTo>
                  <a:pt x="2327910" y="156083"/>
                </a:lnTo>
                <a:lnTo>
                  <a:pt x="2204592" y="133858"/>
                </a:lnTo>
                <a:lnTo>
                  <a:pt x="2083435" y="113791"/>
                </a:lnTo>
                <a:lnTo>
                  <a:pt x="1966467" y="95885"/>
                </a:lnTo>
                <a:lnTo>
                  <a:pt x="1628394" y="51308"/>
                </a:lnTo>
                <a:lnTo>
                  <a:pt x="1417954" y="31241"/>
                </a:lnTo>
                <a:lnTo>
                  <a:pt x="1220215" y="15621"/>
                </a:lnTo>
                <a:lnTo>
                  <a:pt x="1030986" y="4445"/>
                </a:lnTo>
                <a:lnTo>
                  <a:pt x="852424" y="0"/>
                </a:lnTo>
                <a:close/>
              </a:path>
            </a:pathLst>
          </a:custGeom>
          <a:solidFill>
            <a:srgbClr val="C5E7FB">
              <a:alpha val="39999"/>
            </a:srgbClr>
          </a:solidFill>
        </p:spPr>
        <p:txBody>
          <a:bodyPr wrap="square" lIns="0" tIns="0" rIns="0" bIns="0" rtlCol="0"/>
          <a:lstStyle/>
          <a:p>
            <a:endParaRPr/>
          </a:p>
        </p:txBody>
      </p:sp>
      <p:sp>
        <p:nvSpPr>
          <p:cNvPr id="19" name="bg object 19"/>
          <p:cNvSpPr/>
          <p:nvPr/>
        </p:nvSpPr>
        <p:spPr>
          <a:xfrm>
            <a:off x="2828671" y="1695069"/>
            <a:ext cx="6089015" cy="788035"/>
          </a:xfrm>
          <a:custGeom>
            <a:avLst/>
            <a:gdLst/>
            <a:ahLst/>
            <a:cxnLst/>
            <a:rect l="l" t="t" r="r" b="b"/>
            <a:pathLst>
              <a:path w="6089015" h="788035">
                <a:moveTo>
                  <a:pt x="0" y="91439"/>
                </a:moveTo>
                <a:lnTo>
                  <a:pt x="19177" y="86994"/>
                </a:lnTo>
                <a:lnTo>
                  <a:pt x="76581" y="75818"/>
                </a:lnTo>
                <a:lnTo>
                  <a:pt x="174371" y="60197"/>
                </a:lnTo>
                <a:lnTo>
                  <a:pt x="238125" y="51307"/>
                </a:lnTo>
                <a:lnTo>
                  <a:pt x="312547" y="42417"/>
                </a:lnTo>
                <a:lnTo>
                  <a:pt x="395478" y="35686"/>
                </a:lnTo>
                <a:lnTo>
                  <a:pt x="491108" y="28955"/>
                </a:lnTo>
                <a:lnTo>
                  <a:pt x="595376" y="22351"/>
                </a:lnTo>
                <a:lnTo>
                  <a:pt x="712216" y="17779"/>
                </a:lnTo>
                <a:lnTo>
                  <a:pt x="839851" y="15620"/>
                </a:lnTo>
                <a:lnTo>
                  <a:pt x="978027" y="13334"/>
                </a:lnTo>
                <a:lnTo>
                  <a:pt x="1126870" y="15620"/>
                </a:lnTo>
                <a:lnTo>
                  <a:pt x="1286256" y="20065"/>
                </a:lnTo>
                <a:lnTo>
                  <a:pt x="1458468" y="28955"/>
                </a:lnTo>
                <a:lnTo>
                  <a:pt x="1641348" y="40131"/>
                </a:lnTo>
                <a:lnTo>
                  <a:pt x="1834769" y="58038"/>
                </a:lnTo>
                <a:lnTo>
                  <a:pt x="2041017" y="78104"/>
                </a:lnTo>
                <a:lnTo>
                  <a:pt x="2259965" y="102615"/>
                </a:lnTo>
                <a:lnTo>
                  <a:pt x="2489581" y="131571"/>
                </a:lnTo>
                <a:lnTo>
                  <a:pt x="2731897" y="167385"/>
                </a:lnTo>
                <a:lnTo>
                  <a:pt x="2984881" y="207517"/>
                </a:lnTo>
                <a:lnTo>
                  <a:pt x="3250692" y="254380"/>
                </a:lnTo>
                <a:lnTo>
                  <a:pt x="3529203" y="310133"/>
                </a:lnTo>
                <a:lnTo>
                  <a:pt x="3820413" y="370331"/>
                </a:lnTo>
                <a:lnTo>
                  <a:pt x="4124452" y="437260"/>
                </a:lnTo>
                <a:lnTo>
                  <a:pt x="4441189" y="513206"/>
                </a:lnTo>
                <a:lnTo>
                  <a:pt x="4770755" y="595756"/>
                </a:lnTo>
                <a:lnTo>
                  <a:pt x="5113020" y="687196"/>
                </a:lnTo>
                <a:lnTo>
                  <a:pt x="5467984" y="787653"/>
                </a:lnTo>
              </a:path>
              <a:path w="6089015" h="788035">
                <a:moveTo>
                  <a:pt x="2780792" y="651509"/>
                </a:moveTo>
                <a:lnTo>
                  <a:pt x="2876423" y="624713"/>
                </a:lnTo>
                <a:lnTo>
                  <a:pt x="3138043" y="555625"/>
                </a:lnTo>
                <a:lnTo>
                  <a:pt x="3318637" y="508761"/>
                </a:lnTo>
                <a:lnTo>
                  <a:pt x="3527044" y="457453"/>
                </a:lnTo>
                <a:lnTo>
                  <a:pt x="3758819" y="401573"/>
                </a:lnTo>
                <a:lnTo>
                  <a:pt x="4007484" y="341375"/>
                </a:lnTo>
                <a:lnTo>
                  <a:pt x="4271136" y="283336"/>
                </a:lnTo>
                <a:lnTo>
                  <a:pt x="4541138" y="225297"/>
                </a:lnTo>
                <a:lnTo>
                  <a:pt x="4817490" y="171830"/>
                </a:lnTo>
                <a:lnTo>
                  <a:pt x="5091683" y="120522"/>
                </a:lnTo>
                <a:lnTo>
                  <a:pt x="5227828" y="98170"/>
                </a:lnTo>
                <a:lnTo>
                  <a:pt x="5359654" y="75818"/>
                </a:lnTo>
                <a:lnTo>
                  <a:pt x="5491480" y="58038"/>
                </a:lnTo>
                <a:lnTo>
                  <a:pt x="5618987" y="40131"/>
                </a:lnTo>
                <a:lnTo>
                  <a:pt x="5744463" y="26796"/>
                </a:lnTo>
                <a:lnTo>
                  <a:pt x="5863462" y="15620"/>
                </a:lnTo>
                <a:lnTo>
                  <a:pt x="5978271" y="6730"/>
                </a:lnTo>
                <a:lnTo>
                  <a:pt x="6088760" y="0"/>
                </a:lnTo>
              </a:path>
            </a:pathLst>
          </a:custGeom>
          <a:ln w="3175">
            <a:solidFill>
              <a:srgbClr val="FFFFFF"/>
            </a:solidFill>
          </a:ln>
        </p:spPr>
        <p:txBody>
          <a:bodyPr wrap="square" lIns="0" tIns="0" rIns="0" bIns="0" rtlCol="0"/>
          <a:lstStyle/>
          <a:p>
            <a:endParaRPr/>
          </a:p>
        </p:txBody>
      </p:sp>
      <p:sp>
        <p:nvSpPr>
          <p:cNvPr id="20" name="bg object 20"/>
          <p:cNvSpPr/>
          <p:nvPr/>
        </p:nvSpPr>
        <p:spPr>
          <a:xfrm>
            <a:off x="211670" y="1679447"/>
            <a:ext cx="8723630" cy="1330325"/>
          </a:xfrm>
          <a:custGeom>
            <a:avLst/>
            <a:gdLst/>
            <a:ahLst/>
            <a:cxnLst/>
            <a:rect l="l" t="t" r="r" b="b"/>
            <a:pathLst>
              <a:path w="8723630" h="1330325">
                <a:moveTo>
                  <a:pt x="1556042" y="0"/>
                </a:moveTo>
                <a:lnTo>
                  <a:pt x="1402753" y="0"/>
                </a:lnTo>
                <a:lnTo>
                  <a:pt x="1258100" y="4444"/>
                </a:lnTo>
                <a:lnTo>
                  <a:pt x="1121829" y="11175"/>
                </a:lnTo>
                <a:lnTo>
                  <a:pt x="874890" y="33400"/>
                </a:lnTo>
                <a:lnTo>
                  <a:pt x="762063" y="49022"/>
                </a:lnTo>
                <a:lnTo>
                  <a:pt x="659891" y="64642"/>
                </a:lnTo>
                <a:lnTo>
                  <a:pt x="564095" y="82550"/>
                </a:lnTo>
                <a:lnTo>
                  <a:pt x="478955" y="102615"/>
                </a:lnTo>
                <a:lnTo>
                  <a:pt x="398056" y="120523"/>
                </a:lnTo>
                <a:lnTo>
                  <a:pt x="327812" y="140588"/>
                </a:lnTo>
                <a:lnTo>
                  <a:pt x="206476" y="178435"/>
                </a:lnTo>
                <a:lnTo>
                  <a:pt x="157518" y="196341"/>
                </a:lnTo>
                <a:lnTo>
                  <a:pt x="51079" y="240918"/>
                </a:lnTo>
                <a:lnTo>
                  <a:pt x="0" y="267715"/>
                </a:lnTo>
                <a:lnTo>
                  <a:pt x="0" y="1329816"/>
                </a:lnTo>
                <a:lnTo>
                  <a:pt x="8719096" y="1329816"/>
                </a:lnTo>
                <a:lnTo>
                  <a:pt x="8723414" y="1323213"/>
                </a:lnTo>
                <a:lnTo>
                  <a:pt x="8723414" y="850138"/>
                </a:lnTo>
                <a:lnTo>
                  <a:pt x="7182142" y="850138"/>
                </a:lnTo>
                <a:lnTo>
                  <a:pt x="7043839" y="847851"/>
                </a:lnTo>
                <a:lnTo>
                  <a:pt x="6899059" y="843406"/>
                </a:lnTo>
                <a:lnTo>
                  <a:pt x="6750088" y="836676"/>
                </a:lnTo>
                <a:lnTo>
                  <a:pt x="6594640" y="825626"/>
                </a:lnTo>
                <a:lnTo>
                  <a:pt x="6260503" y="792099"/>
                </a:lnTo>
                <a:lnTo>
                  <a:pt x="5900712" y="745236"/>
                </a:lnTo>
                <a:lnTo>
                  <a:pt x="5709196" y="716279"/>
                </a:lnTo>
                <a:lnTo>
                  <a:pt x="5509044" y="682751"/>
                </a:lnTo>
                <a:lnTo>
                  <a:pt x="5302542" y="644778"/>
                </a:lnTo>
                <a:lnTo>
                  <a:pt x="4861979" y="557784"/>
                </a:lnTo>
                <a:lnTo>
                  <a:pt x="4136047" y="394969"/>
                </a:lnTo>
                <a:lnTo>
                  <a:pt x="3614458" y="267715"/>
                </a:lnTo>
                <a:lnTo>
                  <a:pt x="3122841" y="165100"/>
                </a:lnTo>
                <a:lnTo>
                  <a:pt x="2892844" y="124967"/>
                </a:lnTo>
                <a:lnTo>
                  <a:pt x="2673642" y="91439"/>
                </a:lnTo>
                <a:lnTo>
                  <a:pt x="2462949" y="62484"/>
                </a:lnTo>
                <a:lnTo>
                  <a:pt x="2262797" y="40131"/>
                </a:lnTo>
                <a:lnTo>
                  <a:pt x="2073313" y="22351"/>
                </a:lnTo>
                <a:lnTo>
                  <a:pt x="1719999" y="2159"/>
                </a:lnTo>
                <a:lnTo>
                  <a:pt x="1556042" y="0"/>
                </a:lnTo>
                <a:close/>
              </a:path>
              <a:path w="8723630" h="1330325">
                <a:moveTo>
                  <a:pt x="8723414" y="568960"/>
                </a:moveTo>
                <a:lnTo>
                  <a:pt x="8638197" y="604647"/>
                </a:lnTo>
                <a:lnTo>
                  <a:pt x="8557298" y="635888"/>
                </a:lnTo>
                <a:lnTo>
                  <a:pt x="8472208" y="664972"/>
                </a:lnTo>
                <a:lnTo>
                  <a:pt x="8295551" y="718438"/>
                </a:lnTo>
                <a:lnTo>
                  <a:pt x="8201825" y="743076"/>
                </a:lnTo>
                <a:lnTo>
                  <a:pt x="8005991" y="783209"/>
                </a:lnTo>
                <a:lnTo>
                  <a:pt x="7901724" y="800988"/>
                </a:lnTo>
                <a:lnTo>
                  <a:pt x="7680363" y="827786"/>
                </a:lnTo>
                <a:lnTo>
                  <a:pt x="7441857" y="845692"/>
                </a:lnTo>
                <a:lnTo>
                  <a:pt x="7314222" y="850138"/>
                </a:lnTo>
                <a:lnTo>
                  <a:pt x="8723414" y="850138"/>
                </a:lnTo>
                <a:lnTo>
                  <a:pt x="8723414" y="568960"/>
                </a:lnTo>
                <a:close/>
              </a:path>
            </a:pathLst>
          </a:custGeom>
          <a:solidFill>
            <a:srgbClr val="FFFFFF"/>
          </a:solidFill>
        </p:spPr>
        <p:txBody>
          <a:bodyPr wrap="square" lIns="0" tIns="0" rIns="0" bIns="0" rtlCol="0"/>
          <a:lstStyle/>
          <a:p>
            <a:endParaRPr/>
          </a:p>
        </p:txBody>
      </p:sp>
      <p:sp>
        <p:nvSpPr>
          <p:cNvPr id="2" name="Holder 2"/>
          <p:cNvSpPr>
            <a:spLocks noGrp="1"/>
          </p:cNvSpPr>
          <p:nvPr>
            <p:ph type="title"/>
          </p:nvPr>
        </p:nvSpPr>
        <p:spPr>
          <a:xfrm>
            <a:off x="2083562" y="634110"/>
            <a:ext cx="4976875" cy="391159"/>
          </a:xfrm>
          <a:prstGeom prst="rect">
            <a:avLst/>
          </a:prstGeom>
        </p:spPr>
        <p:txBody>
          <a:bodyPr wrap="square" lIns="0" tIns="0" rIns="0" bIns="0">
            <a:spAutoFit/>
          </a:bodyPr>
          <a:lstStyle>
            <a:lvl1pPr>
              <a:defRPr sz="2400" b="1"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469798" y="2437638"/>
            <a:ext cx="8204403" cy="3380104"/>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10/31/2026</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11670" y="228600"/>
            <a:ext cx="8723630" cy="2780665"/>
            <a:chOff x="211670" y="228600"/>
            <a:chExt cx="8723630" cy="2780665"/>
          </a:xfrm>
        </p:grpSpPr>
        <p:sp>
          <p:nvSpPr>
            <p:cNvPr id="3" name="object 3"/>
            <p:cNvSpPr/>
            <p:nvPr/>
          </p:nvSpPr>
          <p:spPr>
            <a:xfrm>
              <a:off x="228599" y="228600"/>
              <a:ext cx="8695944" cy="2468879"/>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6047486" y="1824482"/>
              <a:ext cx="2876550" cy="714375"/>
            </a:xfrm>
            <a:custGeom>
              <a:avLst/>
              <a:gdLst/>
              <a:ahLst/>
              <a:cxnLst/>
              <a:rect l="l" t="t" r="r" b="b"/>
              <a:pathLst>
                <a:path w="2876550" h="714375">
                  <a:moveTo>
                    <a:pt x="2876422" y="0"/>
                  </a:moveTo>
                  <a:lnTo>
                    <a:pt x="2869945" y="0"/>
                  </a:lnTo>
                  <a:lnTo>
                    <a:pt x="2748788" y="20065"/>
                  </a:lnTo>
                  <a:lnTo>
                    <a:pt x="2625470" y="42417"/>
                  </a:lnTo>
                  <a:lnTo>
                    <a:pt x="2370455" y="91439"/>
                  </a:lnTo>
                  <a:lnTo>
                    <a:pt x="2102485" y="149478"/>
                  </a:lnTo>
                  <a:lnTo>
                    <a:pt x="1821941" y="216407"/>
                  </a:lnTo>
                  <a:lnTo>
                    <a:pt x="1564639" y="281177"/>
                  </a:lnTo>
                  <a:lnTo>
                    <a:pt x="841883" y="443991"/>
                  </a:lnTo>
                  <a:lnTo>
                    <a:pt x="620775" y="488695"/>
                  </a:lnTo>
                  <a:lnTo>
                    <a:pt x="199771" y="566801"/>
                  </a:lnTo>
                  <a:lnTo>
                    <a:pt x="0" y="600201"/>
                  </a:lnTo>
                  <a:lnTo>
                    <a:pt x="270001" y="638175"/>
                  </a:lnTo>
                  <a:lnTo>
                    <a:pt x="397510" y="653795"/>
                  </a:lnTo>
                  <a:lnTo>
                    <a:pt x="644143" y="680592"/>
                  </a:lnTo>
                  <a:lnTo>
                    <a:pt x="873760" y="698372"/>
                  </a:lnTo>
                  <a:lnTo>
                    <a:pt x="984249" y="705103"/>
                  </a:lnTo>
                  <a:lnTo>
                    <a:pt x="1092708" y="709548"/>
                  </a:lnTo>
                  <a:lnTo>
                    <a:pt x="1296796" y="713993"/>
                  </a:lnTo>
                  <a:lnTo>
                    <a:pt x="1394587" y="713993"/>
                  </a:lnTo>
                  <a:lnTo>
                    <a:pt x="1583816" y="709548"/>
                  </a:lnTo>
                  <a:lnTo>
                    <a:pt x="1673097" y="705103"/>
                  </a:lnTo>
                  <a:lnTo>
                    <a:pt x="1843150" y="691641"/>
                  </a:lnTo>
                  <a:lnTo>
                    <a:pt x="1926082" y="682751"/>
                  </a:lnTo>
                  <a:lnTo>
                    <a:pt x="2083435" y="660400"/>
                  </a:lnTo>
                  <a:lnTo>
                    <a:pt x="2232152" y="633729"/>
                  </a:lnTo>
                  <a:lnTo>
                    <a:pt x="2372487" y="602488"/>
                  </a:lnTo>
                  <a:lnTo>
                    <a:pt x="2506471" y="566801"/>
                  </a:lnTo>
                  <a:lnTo>
                    <a:pt x="2633980" y="526541"/>
                  </a:lnTo>
                  <a:lnTo>
                    <a:pt x="2755138" y="481964"/>
                  </a:lnTo>
                  <a:lnTo>
                    <a:pt x="2872105" y="435101"/>
                  </a:lnTo>
                  <a:lnTo>
                    <a:pt x="2876422" y="432815"/>
                  </a:lnTo>
                  <a:lnTo>
                    <a:pt x="2876422" y="0"/>
                  </a:lnTo>
                  <a:close/>
                </a:path>
              </a:pathLst>
            </a:custGeom>
            <a:solidFill>
              <a:srgbClr val="C5E7FB">
                <a:alpha val="29019"/>
              </a:srgbClr>
            </a:solidFill>
          </p:spPr>
          <p:txBody>
            <a:bodyPr wrap="square" lIns="0" tIns="0" rIns="0" bIns="0" rtlCol="0"/>
            <a:lstStyle/>
            <a:p>
              <a:endParaRPr/>
            </a:p>
          </p:txBody>
        </p:sp>
        <p:sp>
          <p:nvSpPr>
            <p:cNvPr id="5" name="object 5"/>
            <p:cNvSpPr/>
            <p:nvPr/>
          </p:nvSpPr>
          <p:spPr>
            <a:xfrm>
              <a:off x="2619374" y="1696211"/>
              <a:ext cx="5544820" cy="850265"/>
            </a:xfrm>
            <a:custGeom>
              <a:avLst/>
              <a:gdLst/>
              <a:ahLst/>
              <a:cxnLst/>
              <a:rect l="l" t="t" r="r" b="b"/>
              <a:pathLst>
                <a:path w="5544820" h="850264">
                  <a:moveTo>
                    <a:pt x="852424" y="0"/>
                  </a:moveTo>
                  <a:lnTo>
                    <a:pt x="684529" y="0"/>
                  </a:lnTo>
                  <a:lnTo>
                    <a:pt x="527176" y="4445"/>
                  </a:lnTo>
                  <a:lnTo>
                    <a:pt x="380492" y="11049"/>
                  </a:lnTo>
                  <a:lnTo>
                    <a:pt x="244475" y="22225"/>
                  </a:lnTo>
                  <a:lnTo>
                    <a:pt x="116839" y="35687"/>
                  </a:lnTo>
                  <a:lnTo>
                    <a:pt x="0" y="53466"/>
                  </a:lnTo>
                  <a:lnTo>
                    <a:pt x="333756" y="95885"/>
                  </a:lnTo>
                  <a:lnTo>
                    <a:pt x="693038" y="156083"/>
                  </a:lnTo>
                  <a:lnTo>
                    <a:pt x="1077849" y="234187"/>
                  </a:lnTo>
                  <a:lnTo>
                    <a:pt x="1281938" y="278891"/>
                  </a:lnTo>
                  <a:lnTo>
                    <a:pt x="1866519" y="421639"/>
                  </a:lnTo>
                  <a:lnTo>
                    <a:pt x="2559558" y="575690"/>
                  </a:lnTo>
                  <a:lnTo>
                    <a:pt x="2723261" y="606933"/>
                  </a:lnTo>
                  <a:lnTo>
                    <a:pt x="2878454" y="638175"/>
                  </a:lnTo>
                  <a:lnTo>
                    <a:pt x="3031616" y="667130"/>
                  </a:lnTo>
                  <a:lnTo>
                    <a:pt x="3324987" y="716152"/>
                  </a:lnTo>
                  <a:lnTo>
                    <a:pt x="3465322" y="738504"/>
                  </a:lnTo>
                  <a:lnTo>
                    <a:pt x="3733165" y="774191"/>
                  </a:lnTo>
                  <a:lnTo>
                    <a:pt x="3986149" y="805434"/>
                  </a:lnTo>
                  <a:lnTo>
                    <a:pt x="4107306" y="816610"/>
                  </a:lnTo>
                  <a:lnTo>
                    <a:pt x="4336923" y="834516"/>
                  </a:lnTo>
                  <a:lnTo>
                    <a:pt x="4447413" y="841121"/>
                  </a:lnTo>
                  <a:lnTo>
                    <a:pt x="4660010" y="850138"/>
                  </a:lnTo>
                  <a:lnTo>
                    <a:pt x="4857750" y="850138"/>
                  </a:lnTo>
                  <a:lnTo>
                    <a:pt x="5044821" y="845565"/>
                  </a:lnTo>
                  <a:lnTo>
                    <a:pt x="5134102" y="841121"/>
                  </a:lnTo>
                  <a:lnTo>
                    <a:pt x="5221351" y="834516"/>
                  </a:lnTo>
                  <a:lnTo>
                    <a:pt x="5467984" y="807720"/>
                  </a:lnTo>
                  <a:lnTo>
                    <a:pt x="5544439" y="796543"/>
                  </a:lnTo>
                  <a:lnTo>
                    <a:pt x="5297805" y="765301"/>
                  </a:lnTo>
                  <a:lnTo>
                    <a:pt x="5036311" y="727328"/>
                  </a:lnTo>
                  <a:lnTo>
                    <a:pt x="4468749" y="629158"/>
                  </a:lnTo>
                  <a:lnTo>
                    <a:pt x="3835146" y="497586"/>
                  </a:lnTo>
                  <a:lnTo>
                    <a:pt x="2850896" y="263271"/>
                  </a:lnTo>
                  <a:lnTo>
                    <a:pt x="2583053" y="205232"/>
                  </a:lnTo>
                  <a:lnTo>
                    <a:pt x="2327910" y="156083"/>
                  </a:lnTo>
                  <a:lnTo>
                    <a:pt x="2204592" y="133858"/>
                  </a:lnTo>
                  <a:lnTo>
                    <a:pt x="2083435" y="113791"/>
                  </a:lnTo>
                  <a:lnTo>
                    <a:pt x="1966467" y="95885"/>
                  </a:lnTo>
                  <a:lnTo>
                    <a:pt x="1628394" y="51308"/>
                  </a:lnTo>
                  <a:lnTo>
                    <a:pt x="1417954" y="31241"/>
                  </a:lnTo>
                  <a:lnTo>
                    <a:pt x="1220215" y="15621"/>
                  </a:lnTo>
                  <a:lnTo>
                    <a:pt x="1030986" y="4445"/>
                  </a:lnTo>
                  <a:lnTo>
                    <a:pt x="852424" y="0"/>
                  </a:lnTo>
                  <a:close/>
                </a:path>
              </a:pathLst>
            </a:custGeom>
            <a:solidFill>
              <a:srgbClr val="C5E7FB">
                <a:alpha val="39999"/>
              </a:srgbClr>
            </a:solidFill>
          </p:spPr>
          <p:txBody>
            <a:bodyPr wrap="square" lIns="0" tIns="0" rIns="0" bIns="0" rtlCol="0"/>
            <a:lstStyle/>
            <a:p>
              <a:endParaRPr/>
            </a:p>
          </p:txBody>
        </p:sp>
        <p:sp>
          <p:nvSpPr>
            <p:cNvPr id="6" name="object 6"/>
            <p:cNvSpPr/>
            <p:nvPr/>
          </p:nvSpPr>
          <p:spPr>
            <a:xfrm>
              <a:off x="2828671" y="1695069"/>
              <a:ext cx="6089015" cy="788035"/>
            </a:xfrm>
            <a:custGeom>
              <a:avLst/>
              <a:gdLst/>
              <a:ahLst/>
              <a:cxnLst/>
              <a:rect l="l" t="t" r="r" b="b"/>
              <a:pathLst>
                <a:path w="6089015" h="788035">
                  <a:moveTo>
                    <a:pt x="0" y="91439"/>
                  </a:moveTo>
                  <a:lnTo>
                    <a:pt x="19177" y="86994"/>
                  </a:lnTo>
                  <a:lnTo>
                    <a:pt x="76581" y="75818"/>
                  </a:lnTo>
                  <a:lnTo>
                    <a:pt x="174371" y="60197"/>
                  </a:lnTo>
                  <a:lnTo>
                    <a:pt x="238125" y="51307"/>
                  </a:lnTo>
                  <a:lnTo>
                    <a:pt x="312547" y="42417"/>
                  </a:lnTo>
                  <a:lnTo>
                    <a:pt x="395478" y="35686"/>
                  </a:lnTo>
                  <a:lnTo>
                    <a:pt x="491108" y="28955"/>
                  </a:lnTo>
                  <a:lnTo>
                    <a:pt x="595376" y="22351"/>
                  </a:lnTo>
                  <a:lnTo>
                    <a:pt x="712216" y="17779"/>
                  </a:lnTo>
                  <a:lnTo>
                    <a:pt x="839851" y="15620"/>
                  </a:lnTo>
                  <a:lnTo>
                    <a:pt x="978027" y="13334"/>
                  </a:lnTo>
                  <a:lnTo>
                    <a:pt x="1126870" y="15620"/>
                  </a:lnTo>
                  <a:lnTo>
                    <a:pt x="1286256" y="20065"/>
                  </a:lnTo>
                  <a:lnTo>
                    <a:pt x="1458468" y="28955"/>
                  </a:lnTo>
                  <a:lnTo>
                    <a:pt x="1641348" y="40131"/>
                  </a:lnTo>
                  <a:lnTo>
                    <a:pt x="1834769" y="58038"/>
                  </a:lnTo>
                  <a:lnTo>
                    <a:pt x="2041017" y="78104"/>
                  </a:lnTo>
                  <a:lnTo>
                    <a:pt x="2259965" y="102615"/>
                  </a:lnTo>
                  <a:lnTo>
                    <a:pt x="2489581" y="131571"/>
                  </a:lnTo>
                  <a:lnTo>
                    <a:pt x="2731897" y="167385"/>
                  </a:lnTo>
                  <a:lnTo>
                    <a:pt x="2984881" y="207517"/>
                  </a:lnTo>
                  <a:lnTo>
                    <a:pt x="3250692" y="254380"/>
                  </a:lnTo>
                  <a:lnTo>
                    <a:pt x="3529203" y="310133"/>
                  </a:lnTo>
                  <a:lnTo>
                    <a:pt x="3820413" y="370331"/>
                  </a:lnTo>
                  <a:lnTo>
                    <a:pt x="4124452" y="437260"/>
                  </a:lnTo>
                  <a:lnTo>
                    <a:pt x="4441189" y="513206"/>
                  </a:lnTo>
                  <a:lnTo>
                    <a:pt x="4770755" y="595756"/>
                  </a:lnTo>
                  <a:lnTo>
                    <a:pt x="5113020" y="687196"/>
                  </a:lnTo>
                  <a:lnTo>
                    <a:pt x="5467984" y="787653"/>
                  </a:lnTo>
                </a:path>
                <a:path w="6089015" h="788035">
                  <a:moveTo>
                    <a:pt x="2780792" y="651509"/>
                  </a:moveTo>
                  <a:lnTo>
                    <a:pt x="2876423" y="624713"/>
                  </a:lnTo>
                  <a:lnTo>
                    <a:pt x="3138043" y="555625"/>
                  </a:lnTo>
                  <a:lnTo>
                    <a:pt x="3318637" y="508761"/>
                  </a:lnTo>
                  <a:lnTo>
                    <a:pt x="3527044" y="457453"/>
                  </a:lnTo>
                  <a:lnTo>
                    <a:pt x="3758819" y="401573"/>
                  </a:lnTo>
                  <a:lnTo>
                    <a:pt x="4007484" y="341375"/>
                  </a:lnTo>
                  <a:lnTo>
                    <a:pt x="4271136" y="283336"/>
                  </a:lnTo>
                  <a:lnTo>
                    <a:pt x="4541138" y="225297"/>
                  </a:lnTo>
                  <a:lnTo>
                    <a:pt x="4817490" y="171830"/>
                  </a:lnTo>
                  <a:lnTo>
                    <a:pt x="5091683" y="120522"/>
                  </a:lnTo>
                  <a:lnTo>
                    <a:pt x="5227828" y="98170"/>
                  </a:lnTo>
                  <a:lnTo>
                    <a:pt x="5359654" y="75818"/>
                  </a:lnTo>
                  <a:lnTo>
                    <a:pt x="5491480" y="58038"/>
                  </a:lnTo>
                  <a:lnTo>
                    <a:pt x="5618987" y="40131"/>
                  </a:lnTo>
                  <a:lnTo>
                    <a:pt x="5744463" y="26796"/>
                  </a:lnTo>
                  <a:lnTo>
                    <a:pt x="5863462" y="15620"/>
                  </a:lnTo>
                  <a:lnTo>
                    <a:pt x="5978271" y="6730"/>
                  </a:lnTo>
                  <a:lnTo>
                    <a:pt x="6088760" y="0"/>
                  </a:lnTo>
                </a:path>
              </a:pathLst>
            </a:custGeom>
            <a:ln w="3175">
              <a:solidFill>
                <a:srgbClr val="FFFFFF"/>
              </a:solidFill>
            </a:ln>
          </p:spPr>
          <p:txBody>
            <a:bodyPr wrap="square" lIns="0" tIns="0" rIns="0" bIns="0" rtlCol="0"/>
            <a:lstStyle/>
            <a:p>
              <a:endParaRPr/>
            </a:p>
          </p:txBody>
        </p:sp>
        <p:sp>
          <p:nvSpPr>
            <p:cNvPr id="7" name="object 7"/>
            <p:cNvSpPr/>
            <p:nvPr/>
          </p:nvSpPr>
          <p:spPr>
            <a:xfrm>
              <a:off x="211670" y="1679447"/>
              <a:ext cx="8723630" cy="1330325"/>
            </a:xfrm>
            <a:custGeom>
              <a:avLst/>
              <a:gdLst/>
              <a:ahLst/>
              <a:cxnLst/>
              <a:rect l="l" t="t" r="r" b="b"/>
              <a:pathLst>
                <a:path w="8723630" h="1330325">
                  <a:moveTo>
                    <a:pt x="1556042" y="0"/>
                  </a:moveTo>
                  <a:lnTo>
                    <a:pt x="1402753" y="0"/>
                  </a:lnTo>
                  <a:lnTo>
                    <a:pt x="1258100" y="4444"/>
                  </a:lnTo>
                  <a:lnTo>
                    <a:pt x="1121829" y="11175"/>
                  </a:lnTo>
                  <a:lnTo>
                    <a:pt x="874890" y="33400"/>
                  </a:lnTo>
                  <a:lnTo>
                    <a:pt x="762063" y="49022"/>
                  </a:lnTo>
                  <a:lnTo>
                    <a:pt x="659891" y="64642"/>
                  </a:lnTo>
                  <a:lnTo>
                    <a:pt x="564095" y="82550"/>
                  </a:lnTo>
                  <a:lnTo>
                    <a:pt x="478955" y="102615"/>
                  </a:lnTo>
                  <a:lnTo>
                    <a:pt x="398056" y="120523"/>
                  </a:lnTo>
                  <a:lnTo>
                    <a:pt x="327812" y="140588"/>
                  </a:lnTo>
                  <a:lnTo>
                    <a:pt x="206476" y="178435"/>
                  </a:lnTo>
                  <a:lnTo>
                    <a:pt x="157518" y="196341"/>
                  </a:lnTo>
                  <a:lnTo>
                    <a:pt x="51079" y="240918"/>
                  </a:lnTo>
                  <a:lnTo>
                    <a:pt x="0" y="267715"/>
                  </a:lnTo>
                  <a:lnTo>
                    <a:pt x="0" y="1329816"/>
                  </a:lnTo>
                  <a:lnTo>
                    <a:pt x="8719096" y="1329816"/>
                  </a:lnTo>
                  <a:lnTo>
                    <a:pt x="8723414" y="1323213"/>
                  </a:lnTo>
                  <a:lnTo>
                    <a:pt x="8723414" y="850138"/>
                  </a:lnTo>
                  <a:lnTo>
                    <a:pt x="7182142" y="850138"/>
                  </a:lnTo>
                  <a:lnTo>
                    <a:pt x="7043839" y="847851"/>
                  </a:lnTo>
                  <a:lnTo>
                    <a:pt x="6899059" y="843406"/>
                  </a:lnTo>
                  <a:lnTo>
                    <a:pt x="6750088" y="836676"/>
                  </a:lnTo>
                  <a:lnTo>
                    <a:pt x="6594640" y="825626"/>
                  </a:lnTo>
                  <a:lnTo>
                    <a:pt x="6260503" y="792099"/>
                  </a:lnTo>
                  <a:lnTo>
                    <a:pt x="5900712" y="745236"/>
                  </a:lnTo>
                  <a:lnTo>
                    <a:pt x="5709196" y="716279"/>
                  </a:lnTo>
                  <a:lnTo>
                    <a:pt x="5509044" y="682751"/>
                  </a:lnTo>
                  <a:lnTo>
                    <a:pt x="5302542" y="644778"/>
                  </a:lnTo>
                  <a:lnTo>
                    <a:pt x="4861979" y="557784"/>
                  </a:lnTo>
                  <a:lnTo>
                    <a:pt x="4136047" y="394969"/>
                  </a:lnTo>
                  <a:lnTo>
                    <a:pt x="3614458" y="267715"/>
                  </a:lnTo>
                  <a:lnTo>
                    <a:pt x="3122841" y="165100"/>
                  </a:lnTo>
                  <a:lnTo>
                    <a:pt x="2892844" y="124967"/>
                  </a:lnTo>
                  <a:lnTo>
                    <a:pt x="2673642" y="91439"/>
                  </a:lnTo>
                  <a:lnTo>
                    <a:pt x="2462949" y="62484"/>
                  </a:lnTo>
                  <a:lnTo>
                    <a:pt x="2262797" y="40131"/>
                  </a:lnTo>
                  <a:lnTo>
                    <a:pt x="2073313" y="22351"/>
                  </a:lnTo>
                  <a:lnTo>
                    <a:pt x="1719999" y="2159"/>
                  </a:lnTo>
                  <a:lnTo>
                    <a:pt x="1556042" y="0"/>
                  </a:lnTo>
                  <a:close/>
                </a:path>
                <a:path w="8723630" h="1330325">
                  <a:moveTo>
                    <a:pt x="8723414" y="568960"/>
                  </a:moveTo>
                  <a:lnTo>
                    <a:pt x="8638197" y="604647"/>
                  </a:lnTo>
                  <a:lnTo>
                    <a:pt x="8557298" y="635888"/>
                  </a:lnTo>
                  <a:lnTo>
                    <a:pt x="8472208" y="664972"/>
                  </a:lnTo>
                  <a:lnTo>
                    <a:pt x="8295551" y="718438"/>
                  </a:lnTo>
                  <a:lnTo>
                    <a:pt x="8201825" y="743076"/>
                  </a:lnTo>
                  <a:lnTo>
                    <a:pt x="8005991" y="783209"/>
                  </a:lnTo>
                  <a:lnTo>
                    <a:pt x="7901724" y="800988"/>
                  </a:lnTo>
                  <a:lnTo>
                    <a:pt x="7680363" y="827786"/>
                  </a:lnTo>
                  <a:lnTo>
                    <a:pt x="7441857" y="845692"/>
                  </a:lnTo>
                  <a:lnTo>
                    <a:pt x="7314222" y="850138"/>
                  </a:lnTo>
                  <a:lnTo>
                    <a:pt x="8723414" y="850138"/>
                  </a:lnTo>
                  <a:lnTo>
                    <a:pt x="8723414" y="568960"/>
                  </a:lnTo>
                  <a:close/>
                </a:path>
              </a:pathLst>
            </a:custGeom>
            <a:solidFill>
              <a:srgbClr val="FFFFFF"/>
            </a:solidFill>
          </p:spPr>
          <p:txBody>
            <a:bodyPr wrap="square" lIns="0" tIns="0" rIns="0" bIns="0" rtlCol="0"/>
            <a:lstStyle/>
            <a:p>
              <a:endParaRPr/>
            </a:p>
          </p:txBody>
        </p:sp>
      </p:grpSp>
      <p:sp>
        <p:nvSpPr>
          <p:cNvPr id="8" name="object 8"/>
          <p:cNvSpPr/>
          <p:nvPr/>
        </p:nvSpPr>
        <p:spPr>
          <a:xfrm>
            <a:off x="0" y="0"/>
            <a:ext cx="9179169" cy="6857996"/>
          </a:xfrm>
          <a:prstGeom prst="rect">
            <a:avLst/>
          </a:prstGeom>
          <a:blipFill>
            <a:blip r:embed="rId3" cstate="print"/>
            <a:stretch>
              <a:fillRect/>
            </a:stretch>
          </a:blipFill>
        </p:spPr>
        <p:txBody>
          <a:bodyPr wrap="square" lIns="0" tIns="0" rIns="0" bIns="0" rtlCol="0"/>
          <a:lstStyle/>
          <a:p>
            <a:endParaRPr dirty="0"/>
          </a:p>
        </p:txBody>
      </p:sp>
      <p:sp>
        <p:nvSpPr>
          <p:cNvPr id="11" name="object 11"/>
          <p:cNvSpPr txBox="1"/>
          <p:nvPr/>
        </p:nvSpPr>
        <p:spPr>
          <a:xfrm>
            <a:off x="378886" y="5791200"/>
            <a:ext cx="4650313" cy="764312"/>
          </a:xfrm>
          <a:prstGeom prst="rect">
            <a:avLst/>
          </a:prstGeom>
        </p:spPr>
        <p:txBody>
          <a:bodyPr vert="horz" wrap="square" lIns="0" tIns="12700" rIns="0" bIns="0" rtlCol="0">
            <a:spAutoFit/>
          </a:bodyPr>
          <a:lstStyle/>
          <a:p>
            <a:pPr marL="12700" algn="ctr">
              <a:lnSpc>
                <a:spcPct val="100000"/>
              </a:lnSpc>
              <a:spcBef>
                <a:spcPts val="100"/>
              </a:spcBef>
            </a:pPr>
            <a:r>
              <a:rPr lang="es-MX" sz="2400" b="1" spc="-140" dirty="0">
                <a:latin typeface="Trebuchet MS"/>
                <a:cs typeface="Trebuchet MS"/>
              </a:rPr>
              <a:t>Prof. Vinicio Donis, </a:t>
            </a:r>
          </a:p>
          <a:p>
            <a:pPr marL="12700" algn="ctr">
              <a:lnSpc>
                <a:spcPct val="100000"/>
              </a:lnSpc>
              <a:spcBef>
                <a:spcPts val="100"/>
              </a:spcBef>
            </a:pPr>
            <a:r>
              <a:rPr lang="es-MX" sz="2400" b="1" spc="-140" dirty="0">
                <a:latin typeface="Trebuchet MS"/>
                <a:cs typeface="Trebuchet MS"/>
              </a:rPr>
              <a:t>Escuela Técnica Superior </a:t>
            </a:r>
            <a:r>
              <a:rPr lang="es-MX" sz="2400" b="1" spc="-140" dirty="0" err="1">
                <a:latin typeface="Trebuchet MS"/>
                <a:cs typeface="Trebuchet MS"/>
              </a:rPr>
              <a:t>Kinal</a:t>
            </a:r>
            <a:r>
              <a:rPr lang="es-MX" sz="2400" b="1" spc="-140" dirty="0">
                <a:latin typeface="Trebuchet MS"/>
                <a:cs typeface="Trebuchet MS"/>
              </a:rPr>
              <a:t> 2026</a:t>
            </a:r>
            <a:endParaRPr sz="2400" dirty="0">
              <a:latin typeface="Trebuchet MS"/>
              <a:cs typeface="Trebuchet MS"/>
            </a:endParaRPr>
          </a:p>
        </p:txBody>
      </p:sp>
      <p:sp>
        <p:nvSpPr>
          <p:cNvPr id="15" name="CuadroTexto 14">
            <a:extLst>
              <a:ext uri="{FF2B5EF4-FFF2-40B4-BE49-F238E27FC236}">
                <a16:creationId xmlns:a16="http://schemas.microsoft.com/office/drawing/2014/main" id="{313357DD-76DE-4FC7-932D-B3FB99393B2B}"/>
              </a:ext>
            </a:extLst>
          </p:cNvPr>
          <p:cNvSpPr txBox="1"/>
          <p:nvPr/>
        </p:nvSpPr>
        <p:spPr>
          <a:xfrm>
            <a:off x="211670" y="4267200"/>
            <a:ext cx="4360330" cy="1077218"/>
          </a:xfrm>
          <a:prstGeom prst="rect">
            <a:avLst/>
          </a:prstGeom>
          <a:noFill/>
        </p:spPr>
        <p:txBody>
          <a:bodyPr wrap="square" rtlCol="0">
            <a:spAutoFit/>
          </a:bodyPr>
          <a:lstStyle/>
          <a:p>
            <a:pPr algn="ctr"/>
            <a:r>
              <a:rPr lang="es-MX" sz="3200" dirty="0">
                <a:highlight>
                  <a:srgbClr val="FFFF00"/>
                </a:highlight>
                <a:latin typeface="Arial" panose="020B0604020202020204" pitchFamily="34" charset="0"/>
                <a:cs typeface="Arial" panose="020B0604020202020204" pitchFamily="34" charset="0"/>
              </a:rPr>
              <a:t>¿Qué es la Inteligencia Emocional?</a:t>
            </a:r>
          </a:p>
        </p:txBody>
      </p:sp>
      <p:sp>
        <p:nvSpPr>
          <p:cNvPr id="10" name="Título 9">
            <a:extLst>
              <a:ext uri="{FF2B5EF4-FFF2-40B4-BE49-F238E27FC236}">
                <a16:creationId xmlns:a16="http://schemas.microsoft.com/office/drawing/2014/main" id="{BFC9787D-964B-4EA5-AE9D-2E1F05BE40A4}"/>
              </a:ext>
            </a:extLst>
          </p:cNvPr>
          <p:cNvSpPr>
            <a:spLocks noGrp="1"/>
          </p:cNvSpPr>
          <p:nvPr>
            <p:ph type="title"/>
          </p:nvPr>
        </p:nvSpPr>
        <p:spPr/>
        <p:txBody>
          <a:bodyPr/>
          <a:lstStyle/>
          <a:p>
            <a:endParaRPr lang="es-MX"/>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857998"/>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600200" y="2500630"/>
            <a:ext cx="7009815" cy="505908"/>
          </a:xfrm>
          <a:prstGeom prst="rect">
            <a:avLst/>
          </a:prstGeom>
        </p:spPr>
        <p:txBody>
          <a:bodyPr vert="horz" wrap="square" lIns="0" tIns="13335" rIns="0" bIns="0" rtlCol="0">
            <a:spAutoFit/>
          </a:bodyPr>
          <a:lstStyle/>
          <a:p>
            <a:pPr marL="451484" marR="5080" indent="-439420">
              <a:lnSpc>
                <a:spcPct val="100000"/>
              </a:lnSpc>
              <a:spcBef>
                <a:spcPts val="105"/>
              </a:spcBef>
            </a:pPr>
            <a:r>
              <a:rPr lang="es-MX" sz="3200" b="0" dirty="0">
                <a:latin typeface="Arial Black"/>
                <a:cs typeface="Arial Black"/>
              </a:rPr>
              <a:t>Potencias del alma</a:t>
            </a:r>
            <a:r>
              <a:rPr sz="3200" b="0" dirty="0">
                <a:latin typeface="Arial Black"/>
                <a:cs typeface="Arial Black"/>
              </a:rPr>
              <a:t>.</a:t>
            </a:r>
            <a:endParaRPr sz="3200" dirty="0">
              <a:latin typeface="Arial Black"/>
              <a:cs typeface="Arial Black"/>
            </a:endParaRPr>
          </a:p>
        </p:txBody>
      </p:sp>
      <p:sp>
        <p:nvSpPr>
          <p:cNvPr id="4" name="CuadroTexto 3">
            <a:extLst>
              <a:ext uri="{FF2B5EF4-FFF2-40B4-BE49-F238E27FC236}">
                <a16:creationId xmlns:a16="http://schemas.microsoft.com/office/drawing/2014/main" id="{960F85F0-D691-4A54-A43B-573AF228AB4A}"/>
              </a:ext>
            </a:extLst>
          </p:cNvPr>
          <p:cNvSpPr txBox="1"/>
          <p:nvPr/>
        </p:nvSpPr>
        <p:spPr>
          <a:xfrm>
            <a:off x="2438400" y="3429000"/>
            <a:ext cx="5486400" cy="584775"/>
          </a:xfrm>
          <a:prstGeom prst="rect">
            <a:avLst/>
          </a:prstGeom>
          <a:noFill/>
        </p:spPr>
        <p:txBody>
          <a:bodyPr wrap="square" rtlCol="0">
            <a:spAutoFit/>
          </a:bodyPr>
          <a:lstStyle/>
          <a:p>
            <a:r>
              <a:rPr lang="es-MX" sz="3200" b="1" dirty="0">
                <a:latin typeface="Arial" panose="020B0604020202020204" pitchFamily="34" charset="0"/>
                <a:cs typeface="Arial" panose="020B0604020202020204" pitchFamily="34" charset="0"/>
              </a:rPr>
              <a:t>1. La Inteligencia.</a:t>
            </a:r>
          </a:p>
        </p:txBody>
      </p:sp>
      <p:sp>
        <p:nvSpPr>
          <p:cNvPr id="5" name="CuadroTexto 4">
            <a:extLst>
              <a:ext uri="{FF2B5EF4-FFF2-40B4-BE49-F238E27FC236}">
                <a16:creationId xmlns:a16="http://schemas.microsoft.com/office/drawing/2014/main" id="{2BF9208C-B58C-4AFF-A3DD-FDB0C99F0AB5}"/>
              </a:ext>
            </a:extLst>
          </p:cNvPr>
          <p:cNvSpPr txBox="1"/>
          <p:nvPr/>
        </p:nvSpPr>
        <p:spPr>
          <a:xfrm>
            <a:off x="2438400" y="4267200"/>
            <a:ext cx="4038600" cy="861774"/>
          </a:xfrm>
          <a:prstGeom prst="rect">
            <a:avLst/>
          </a:prstGeom>
          <a:noFill/>
        </p:spPr>
        <p:txBody>
          <a:bodyPr wrap="square" rtlCol="0">
            <a:spAutoFit/>
          </a:bodyPr>
          <a:lstStyle/>
          <a:p>
            <a:r>
              <a:rPr lang="es-MX" sz="3200" b="1" dirty="0">
                <a:latin typeface="Arial" panose="020B0604020202020204" pitchFamily="34" charset="0"/>
                <a:cs typeface="Arial" panose="020B0604020202020204" pitchFamily="34" charset="0"/>
              </a:rPr>
              <a:t>2. La Voluntad.</a:t>
            </a:r>
          </a:p>
          <a:p>
            <a:endParaRPr lang="es-MX"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857998"/>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389940" y="2500630"/>
            <a:ext cx="8220075" cy="3706784"/>
          </a:xfrm>
          <a:prstGeom prst="rect">
            <a:avLst/>
          </a:prstGeom>
        </p:spPr>
        <p:txBody>
          <a:bodyPr vert="horz" wrap="square" lIns="0" tIns="13335" rIns="0" bIns="0" rtlCol="0">
            <a:spAutoFit/>
          </a:bodyPr>
          <a:lstStyle/>
          <a:p>
            <a:pPr marL="451484" marR="5080" indent="-439420">
              <a:lnSpc>
                <a:spcPct val="100000"/>
              </a:lnSpc>
              <a:spcBef>
                <a:spcPts val="105"/>
              </a:spcBef>
            </a:pPr>
            <a:r>
              <a:rPr lang="es-MX" sz="4000" b="0" spc="-5" dirty="0">
                <a:latin typeface="Arial Black"/>
                <a:cs typeface="Arial Black"/>
              </a:rPr>
              <a:t>La Inteligencia es la facultad de la mente que permite aprender, entender, razonar, tomar decisiones y formarse una idea determinada de la realidad.</a:t>
            </a:r>
            <a:endParaRPr sz="4000" dirty="0">
              <a:latin typeface="Arial Black"/>
              <a:cs typeface="Arial Black"/>
            </a:endParaRPr>
          </a:p>
        </p:txBody>
      </p:sp>
    </p:spTree>
    <p:extLst>
      <p:ext uri="{BB962C8B-B14F-4D97-AF65-F5344CB8AC3E}">
        <p14:creationId xmlns:p14="http://schemas.microsoft.com/office/powerpoint/2010/main" val="36169996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857998"/>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371600" y="2500630"/>
            <a:ext cx="7238415" cy="505908"/>
          </a:xfrm>
          <a:prstGeom prst="rect">
            <a:avLst/>
          </a:prstGeom>
        </p:spPr>
        <p:txBody>
          <a:bodyPr vert="horz" wrap="square" lIns="0" tIns="13335" rIns="0" bIns="0" rtlCol="0">
            <a:spAutoFit/>
          </a:bodyPr>
          <a:lstStyle/>
          <a:p>
            <a:pPr marL="451484" marR="5080" indent="-439420">
              <a:lnSpc>
                <a:spcPct val="100000"/>
              </a:lnSpc>
              <a:spcBef>
                <a:spcPts val="105"/>
              </a:spcBef>
            </a:pPr>
            <a:r>
              <a:rPr lang="es-MX" sz="3200" dirty="0">
                <a:latin typeface="Arial Black"/>
                <a:cs typeface="Arial Black"/>
              </a:rPr>
              <a:t>¿Se puede medir?</a:t>
            </a:r>
            <a:endParaRPr sz="3200" dirty="0">
              <a:latin typeface="Arial Black"/>
              <a:cs typeface="Arial Black"/>
            </a:endParaRPr>
          </a:p>
        </p:txBody>
      </p:sp>
      <p:sp>
        <p:nvSpPr>
          <p:cNvPr id="4" name="CuadroTexto 3">
            <a:extLst>
              <a:ext uri="{FF2B5EF4-FFF2-40B4-BE49-F238E27FC236}">
                <a16:creationId xmlns:a16="http://schemas.microsoft.com/office/drawing/2014/main" id="{FF975A5D-2B2A-45C2-8A26-A59166A4E864}"/>
              </a:ext>
            </a:extLst>
          </p:cNvPr>
          <p:cNvSpPr txBox="1"/>
          <p:nvPr/>
        </p:nvSpPr>
        <p:spPr>
          <a:xfrm>
            <a:off x="2362200" y="3962400"/>
            <a:ext cx="6019800" cy="707886"/>
          </a:xfrm>
          <a:prstGeom prst="rect">
            <a:avLst/>
          </a:prstGeom>
          <a:noFill/>
        </p:spPr>
        <p:txBody>
          <a:bodyPr wrap="square" rtlCol="0">
            <a:spAutoFit/>
          </a:bodyPr>
          <a:lstStyle/>
          <a:p>
            <a:r>
              <a:rPr lang="es-MX" sz="4000" b="1" dirty="0">
                <a:latin typeface="Arial" panose="020B0604020202020204" pitchFamily="34" charset="0"/>
                <a:cs typeface="Arial" panose="020B0604020202020204" pitchFamily="34" charset="0"/>
              </a:rPr>
              <a:t>Coeficiente Intelectual.</a:t>
            </a:r>
          </a:p>
        </p:txBody>
      </p:sp>
    </p:spTree>
    <p:extLst>
      <p:ext uri="{BB962C8B-B14F-4D97-AF65-F5344CB8AC3E}">
        <p14:creationId xmlns:p14="http://schemas.microsoft.com/office/powerpoint/2010/main" val="4228773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857998"/>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609600" y="1524000"/>
            <a:ext cx="8000415" cy="3737562"/>
          </a:xfrm>
          <a:prstGeom prst="rect">
            <a:avLst/>
          </a:prstGeom>
        </p:spPr>
        <p:txBody>
          <a:bodyPr vert="horz" wrap="square" lIns="0" tIns="13335" rIns="0" bIns="0" rtlCol="0">
            <a:spAutoFit/>
          </a:bodyPr>
          <a:lstStyle/>
          <a:p>
            <a:r>
              <a:rPr lang="es-ES" sz="1800" dirty="0">
                <a:effectLst/>
                <a:latin typeface="Times New Roman" panose="02020603050405020304" pitchFamily="18" charset="0"/>
                <a:ea typeface="Times New Roman" panose="02020603050405020304" pitchFamily="18" charset="0"/>
              </a:rPr>
              <a:t> </a:t>
            </a:r>
            <a:br>
              <a:rPr lang="es-MX" sz="1800" dirty="0">
                <a:effectLst/>
                <a:latin typeface="Times New Roman" panose="02020603050405020304" pitchFamily="18" charset="0"/>
                <a:ea typeface="Times New Roman" panose="02020603050405020304" pitchFamily="18" charset="0"/>
              </a:rPr>
            </a:br>
            <a:r>
              <a:rPr lang="es-ES" sz="2800" b="1" dirty="0">
                <a:effectLst/>
                <a:highlight>
                  <a:srgbClr val="FFFF00"/>
                </a:highlight>
                <a:latin typeface="Arial" panose="020B0604020202020204" pitchFamily="34" charset="0"/>
                <a:ea typeface="Times New Roman" panose="02020603050405020304" pitchFamily="18" charset="0"/>
                <a:cs typeface="Arial" panose="020B0604020202020204" pitchFamily="34" charset="0"/>
              </a:rPr>
              <a:t>Inteligencia Lógica-Matemática:</a:t>
            </a:r>
            <a:r>
              <a:rPr lang="es-ES" sz="2800" dirty="0">
                <a:effectLst/>
                <a:latin typeface="Arial" panose="020B0604020202020204" pitchFamily="34" charset="0"/>
                <a:ea typeface="Times New Roman" panose="02020603050405020304" pitchFamily="18" charset="0"/>
                <a:cs typeface="Arial" panose="020B0604020202020204" pitchFamily="34" charset="0"/>
              </a:rPr>
              <a:t> Es la habilidad que poseemos para resolver problemas tanto lógicos como matemáticos. Comprende las capacidades que necesitamos para manejar operaciones matemáticas y razonar correctamente. Nuestro procesamiento aritmético, lógico, razonado, va ligado a ella.</a:t>
            </a:r>
            <a:br>
              <a:rPr lang="es-MX" sz="2800" dirty="0">
                <a:effectLst/>
                <a:latin typeface="Arial" panose="020B0604020202020204" pitchFamily="34" charset="0"/>
                <a:ea typeface="Times New Roman" panose="02020603050405020304" pitchFamily="18" charset="0"/>
                <a:cs typeface="Arial" panose="020B0604020202020204" pitchFamily="34" charset="0"/>
              </a:rPr>
            </a:br>
            <a:endParaRPr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575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857998"/>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533400" y="1676400"/>
            <a:ext cx="8076615" cy="5214889"/>
          </a:xfrm>
          <a:prstGeom prst="rect">
            <a:avLst/>
          </a:prstGeom>
        </p:spPr>
        <p:txBody>
          <a:bodyPr vert="horz" wrap="square" lIns="0" tIns="13335" rIns="0" bIns="0" rtlCol="0">
            <a:spAutoFit/>
          </a:bodyPr>
          <a:lstStyle/>
          <a:p>
            <a:pPr marL="342900" lvl="0" indent="-342900">
              <a:tabLst>
                <a:tab pos="457200" algn="l"/>
              </a:tabLst>
            </a:pPr>
            <a:r>
              <a:rPr lang="es-ES" sz="1800" b="1" dirty="0">
                <a:effectLst/>
                <a:latin typeface="Times New Roman" panose="02020603050405020304" pitchFamily="18" charset="0"/>
                <a:ea typeface="Times New Roman" panose="02020603050405020304" pitchFamily="18" charset="0"/>
              </a:rPr>
              <a:t>	</a:t>
            </a:r>
            <a:r>
              <a:rPr lang="es-ES" sz="3200" b="1" dirty="0">
                <a:effectLst/>
                <a:highlight>
                  <a:srgbClr val="FFFF00"/>
                </a:highlight>
                <a:latin typeface="Arial" panose="020B0604020202020204" pitchFamily="34" charset="0"/>
                <a:ea typeface="Times New Roman" panose="02020603050405020304" pitchFamily="18" charset="0"/>
                <a:cs typeface="Arial" panose="020B0604020202020204" pitchFamily="34" charset="0"/>
              </a:rPr>
              <a:t>Inteligencia </a:t>
            </a:r>
            <a:r>
              <a:rPr lang="es-ES" sz="3200" b="1" dirty="0" err="1">
                <a:effectLst/>
                <a:highlight>
                  <a:srgbClr val="FFFF00"/>
                </a:highlight>
                <a:latin typeface="Arial" panose="020B0604020202020204" pitchFamily="34" charset="0"/>
                <a:ea typeface="Times New Roman" panose="02020603050405020304" pitchFamily="18" charset="0"/>
                <a:cs typeface="Arial" panose="020B0604020202020204" pitchFamily="34" charset="0"/>
              </a:rPr>
              <a:t>Lingüistica</a:t>
            </a:r>
            <a:r>
              <a:rPr lang="es-ES" sz="3200" b="1" dirty="0">
                <a:effectLst/>
                <a:highlight>
                  <a:srgbClr val="FFFF00"/>
                </a:highlight>
                <a:latin typeface="Arial" panose="020B0604020202020204" pitchFamily="34" charset="0"/>
                <a:ea typeface="Times New Roman" panose="02020603050405020304" pitchFamily="18" charset="0"/>
                <a:cs typeface="Arial" panose="020B0604020202020204" pitchFamily="34" charset="0"/>
              </a:rPr>
              <a:t>-Verbal:</a:t>
            </a:r>
            <a:r>
              <a:rPr lang="es-ES" sz="3200" dirty="0">
                <a:effectLst/>
                <a:latin typeface="Arial" panose="020B0604020202020204" pitchFamily="34" charset="0"/>
                <a:ea typeface="Times New Roman" panose="02020603050405020304" pitchFamily="18" charset="0"/>
                <a:cs typeface="Arial" panose="020B0604020202020204" pitchFamily="34" charset="0"/>
              </a:rPr>
              <a:t> Es la fluidez que posee una persona en el uso de la palabra, convenciendo a quienes le escuchan. Destreza en la utilización del lenguaje, haciendo hincapié en el significado de las palabras, su orden sintáctico, sus sonidos. Esta inteligencia nos capacita para escribir poemas, historias.</a:t>
            </a:r>
            <a:br>
              <a:rPr lang="es-MX" sz="3200" dirty="0">
                <a:effectLst/>
                <a:latin typeface="Arial" panose="020B0604020202020204" pitchFamily="34" charset="0"/>
                <a:ea typeface="Times New Roman" panose="02020603050405020304" pitchFamily="18" charset="0"/>
                <a:cs typeface="Arial" panose="020B0604020202020204" pitchFamily="34" charset="0"/>
              </a:rPr>
            </a:br>
            <a:r>
              <a:rPr lang="es-ES" sz="1800" dirty="0">
                <a:effectLst/>
                <a:latin typeface="Times New Roman" panose="02020603050405020304" pitchFamily="18" charset="0"/>
                <a:ea typeface="Times New Roman" panose="02020603050405020304" pitchFamily="18" charset="0"/>
              </a:rPr>
              <a:t> </a:t>
            </a:r>
            <a:br>
              <a:rPr lang="es-MX" sz="1800" dirty="0">
                <a:effectLst/>
                <a:latin typeface="Times New Roman" panose="02020603050405020304" pitchFamily="18" charset="0"/>
                <a:ea typeface="Times New Roman" panose="02020603050405020304" pitchFamily="18" charset="0"/>
              </a:rPr>
            </a:br>
            <a:endParaRPr sz="3200" dirty="0">
              <a:latin typeface="Arial Black"/>
              <a:cs typeface="Arial Black"/>
            </a:endParaRPr>
          </a:p>
        </p:txBody>
      </p:sp>
    </p:spTree>
    <p:extLst>
      <p:ext uri="{BB962C8B-B14F-4D97-AF65-F5344CB8AC3E}">
        <p14:creationId xmlns:p14="http://schemas.microsoft.com/office/powerpoint/2010/main" val="2007337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857998"/>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457200" y="1295400"/>
            <a:ext cx="8152815" cy="5430333"/>
          </a:xfrm>
          <a:prstGeom prst="rect">
            <a:avLst/>
          </a:prstGeom>
        </p:spPr>
        <p:txBody>
          <a:bodyPr vert="horz" wrap="square" lIns="0" tIns="13335" rIns="0" bIns="0" rtlCol="0">
            <a:spAutoFit/>
          </a:bodyPr>
          <a:lstStyle/>
          <a:p>
            <a:pPr marL="451484" marR="5080" indent="-439420">
              <a:spcBef>
                <a:spcPts val="105"/>
              </a:spcBef>
            </a:pPr>
            <a:r>
              <a:rPr lang="es-ES" sz="1800" b="1" dirty="0">
                <a:effectLst/>
                <a:latin typeface="Times New Roman" panose="02020603050405020304" pitchFamily="18" charset="0"/>
                <a:ea typeface="Times New Roman" panose="02020603050405020304" pitchFamily="18" charset="0"/>
              </a:rPr>
              <a:t>	</a:t>
            </a:r>
            <a:r>
              <a:rPr lang="es-ES" sz="3200" b="1" dirty="0">
                <a:effectLst/>
                <a:highlight>
                  <a:srgbClr val="FFFF00"/>
                </a:highlight>
                <a:latin typeface="Arial" panose="020B0604020202020204" pitchFamily="34" charset="0"/>
                <a:ea typeface="Times New Roman" panose="02020603050405020304" pitchFamily="18" charset="0"/>
                <a:cs typeface="Arial" panose="020B0604020202020204" pitchFamily="34" charset="0"/>
              </a:rPr>
              <a:t>Inteligencia Visual-Espacial:</a:t>
            </a:r>
            <a:r>
              <a:rPr lang="es-ES" sz="3200" dirty="0">
                <a:effectLst/>
                <a:latin typeface="Arial" panose="020B0604020202020204" pitchFamily="34" charset="0"/>
                <a:ea typeface="Times New Roman" panose="02020603050405020304" pitchFamily="18" charset="0"/>
                <a:cs typeface="Arial" panose="020B0604020202020204" pitchFamily="34" charset="0"/>
              </a:rPr>
              <a:t> Es la habilidad de crear un modelo mental de formas, colores, texturas.  Está ligada a la imaginación. Una persona con alta inteligencia visual está capacitada para transformar lo que crea en su mente en imágenes, tal como se expresa en el arte gráfico. Esta inteligencia nos capacita para crear diseños, cuadros, diagramas y construir cosas.</a:t>
            </a:r>
            <a:br>
              <a:rPr lang="es-MX" sz="3200" dirty="0">
                <a:effectLst/>
                <a:latin typeface="Arial" panose="020B0604020202020204" pitchFamily="34" charset="0"/>
                <a:ea typeface="Times New Roman" panose="02020603050405020304" pitchFamily="18" charset="0"/>
                <a:cs typeface="Arial" panose="020B0604020202020204" pitchFamily="34" charset="0"/>
              </a:rPr>
            </a:br>
            <a:endParaRPr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57733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857998"/>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389940" y="2500630"/>
            <a:ext cx="8220075" cy="3953005"/>
          </a:xfrm>
          <a:prstGeom prst="rect">
            <a:avLst/>
          </a:prstGeom>
        </p:spPr>
        <p:txBody>
          <a:bodyPr vert="horz" wrap="square" lIns="0" tIns="13335" rIns="0" bIns="0" rtlCol="0">
            <a:spAutoFit/>
          </a:bodyPr>
          <a:lstStyle/>
          <a:p>
            <a:pPr marL="451484" marR="5080" indent="-439420">
              <a:spcBef>
                <a:spcPts val="105"/>
              </a:spcBef>
            </a:pPr>
            <a:r>
              <a:rPr lang="es-ES" sz="1800" b="1" dirty="0">
                <a:effectLst/>
                <a:latin typeface="Times New Roman" panose="02020603050405020304" pitchFamily="18" charset="0"/>
                <a:ea typeface="Times New Roman" panose="02020603050405020304" pitchFamily="18" charset="0"/>
              </a:rPr>
              <a:t>	</a:t>
            </a:r>
            <a:r>
              <a:rPr lang="es-ES" sz="3200" b="1" dirty="0">
                <a:effectLst/>
                <a:highlight>
                  <a:srgbClr val="FFFF00"/>
                </a:highlight>
                <a:latin typeface="Arial" panose="020B0604020202020204" pitchFamily="34" charset="0"/>
                <a:ea typeface="Times New Roman" panose="02020603050405020304" pitchFamily="18" charset="0"/>
                <a:cs typeface="Arial" panose="020B0604020202020204" pitchFamily="34" charset="0"/>
              </a:rPr>
              <a:t>Inteligencia Corporal-Cinética:</a:t>
            </a:r>
            <a:r>
              <a:rPr lang="es-ES" sz="3200" dirty="0">
                <a:effectLst/>
                <a:latin typeface="Arial" panose="020B0604020202020204" pitchFamily="34" charset="0"/>
                <a:ea typeface="Times New Roman" panose="02020603050405020304" pitchFamily="18" charset="0"/>
                <a:cs typeface="Arial" panose="020B0604020202020204" pitchFamily="34" charset="0"/>
              </a:rPr>
              <a:t> Es la habilidad para controlar los movimientos de todo el cuerpo para realizar actividades físicas. Se usa para efectuar actividades como deportes, que requiere coordinación y ritmo controlado.</a:t>
            </a:r>
            <a:br>
              <a:rPr lang="es-MX" sz="3200" dirty="0">
                <a:effectLst/>
                <a:latin typeface="Arial" panose="020B0604020202020204" pitchFamily="34" charset="0"/>
                <a:ea typeface="Times New Roman" panose="02020603050405020304" pitchFamily="18" charset="0"/>
                <a:cs typeface="Arial" panose="020B0604020202020204" pitchFamily="34" charset="0"/>
              </a:rPr>
            </a:br>
            <a:endParaRPr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80623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857998"/>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533400" y="1676400"/>
            <a:ext cx="8076615" cy="4445448"/>
          </a:xfrm>
          <a:prstGeom prst="rect">
            <a:avLst/>
          </a:prstGeom>
        </p:spPr>
        <p:txBody>
          <a:bodyPr vert="horz" wrap="square" lIns="0" tIns="13335" rIns="0" bIns="0" rtlCol="0">
            <a:spAutoFit/>
          </a:bodyPr>
          <a:lstStyle/>
          <a:p>
            <a:pPr marL="451484" marR="5080" indent="-439420">
              <a:spcBef>
                <a:spcPts val="105"/>
              </a:spcBef>
            </a:pPr>
            <a:r>
              <a:rPr lang="es-ES" sz="1800" b="1" dirty="0">
                <a:effectLst/>
                <a:latin typeface="Times New Roman" panose="02020603050405020304" pitchFamily="18" charset="0"/>
                <a:ea typeface="Times New Roman" panose="02020603050405020304" pitchFamily="18" charset="0"/>
              </a:rPr>
              <a:t>	</a:t>
            </a:r>
            <a:r>
              <a:rPr lang="es-ES" sz="3600" b="1" dirty="0">
                <a:effectLst/>
                <a:highlight>
                  <a:srgbClr val="FFFF00"/>
                </a:highlight>
                <a:latin typeface="Arial" panose="020B0604020202020204" pitchFamily="34" charset="0"/>
                <a:ea typeface="Times New Roman" panose="02020603050405020304" pitchFamily="18" charset="0"/>
                <a:cs typeface="Arial" panose="020B0604020202020204" pitchFamily="34" charset="0"/>
              </a:rPr>
              <a:t>Inteligencia Musical:</a:t>
            </a:r>
            <a:r>
              <a:rPr lang="es-ES" sz="3600" dirty="0">
                <a:effectLst/>
                <a:latin typeface="Arial" panose="020B0604020202020204" pitchFamily="34" charset="0"/>
                <a:ea typeface="Times New Roman" panose="02020603050405020304" pitchFamily="18" charset="0"/>
                <a:cs typeface="Arial" panose="020B0604020202020204" pitchFamily="34" charset="0"/>
              </a:rPr>
              <a:t> Es la habilidad que nos permite crear sonidos, ritmos y melodías. Nos sirve para crear sonidos nuevos para expresar emociones y sentimientos a través de la música.</a:t>
            </a:r>
            <a:br>
              <a:rPr lang="es-MX" sz="3600" dirty="0">
                <a:effectLst/>
                <a:latin typeface="Arial" panose="020B0604020202020204" pitchFamily="34" charset="0"/>
                <a:ea typeface="Times New Roman" panose="02020603050405020304" pitchFamily="18" charset="0"/>
                <a:cs typeface="Arial" panose="020B0604020202020204" pitchFamily="34" charset="0"/>
              </a:rPr>
            </a:br>
            <a:endParaRPr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23106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857998"/>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389940" y="2500630"/>
            <a:ext cx="8220075" cy="3829895"/>
          </a:xfrm>
          <a:prstGeom prst="rect">
            <a:avLst/>
          </a:prstGeom>
        </p:spPr>
        <p:txBody>
          <a:bodyPr vert="horz" wrap="square" lIns="0" tIns="13335" rIns="0" bIns="0" rtlCol="0">
            <a:spAutoFit/>
          </a:bodyPr>
          <a:lstStyle/>
          <a:p>
            <a:pPr marL="342900" lvl="0" indent="-342900">
              <a:tabLst>
                <a:tab pos="457200" algn="l"/>
              </a:tabLst>
            </a:pPr>
            <a:r>
              <a:rPr lang="es-ES" sz="1800" b="1" dirty="0">
                <a:effectLst/>
                <a:latin typeface="Times New Roman" panose="02020603050405020304" pitchFamily="18" charset="0"/>
                <a:ea typeface="Times New Roman" panose="02020603050405020304" pitchFamily="18" charset="0"/>
              </a:rPr>
              <a:t>	</a:t>
            </a:r>
            <a:r>
              <a:rPr lang="es-ES" sz="3600" b="1" dirty="0">
                <a:effectLst/>
                <a:highlight>
                  <a:srgbClr val="FFFF00"/>
                </a:highlight>
                <a:latin typeface="Arial" panose="020B0604020202020204" pitchFamily="34" charset="0"/>
                <a:ea typeface="Times New Roman" panose="02020603050405020304" pitchFamily="18" charset="0"/>
                <a:cs typeface="Arial" panose="020B0604020202020204" pitchFamily="34" charset="0"/>
              </a:rPr>
              <a:t>Inteligencia Naturalista:</a:t>
            </a:r>
            <a:r>
              <a:rPr lang="es-ES" sz="3600" dirty="0">
                <a:effectLst/>
                <a:latin typeface="Arial" panose="020B0604020202020204" pitchFamily="34" charset="0"/>
                <a:ea typeface="Times New Roman" panose="02020603050405020304" pitchFamily="18" charset="0"/>
                <a:cs typeface="Arial" panose="020B0604020202020204" pitchFamily="34" charset="0"/>
              </a:rPr>
              <a:t> Consiste en el entendimiento del entorno natural y la observación científica de la naturaleza como la biología, geología o astronomía.</a:t>
            </a:r>
            <a:br>
              <a:rPr lang="es-MX" sz="3600" dirty="0">
                <a:effectLst/>
                <a:latin typeface="Arial" panose="020B0604020202020204" pitchFamily="34" charset="0"/>
                <a:ea typeface="Times New Roman" panose="02020603050405020304" pitchFamily="18" charset="0"/>
                <a:cs typeface="Arial" panose="020B0604020202020204" pitchFamily="34" charset="0"/>
              </a:rPr>
            </a:br>
            <a:r>
              <a:rPr lang="es-ES" sz="3600" dirty="0">
                <a:effectLst/>
                <a:latin typeface="Arial" panose="020B0604020202020204" pitchFamily="34" charset="0"/>
                <a:ea typeface="Times New Roman" panose="02020603050405020304" pitchFamily="18" charset="0"/>
                <a:cs typeface="Arial" panose="020B0604020202020204" pitchFamily="34" charset="0"/>
              </a:rPr>
              <a:t> </a:t>
            </a:r>
            <a:br>
              <a:rPr lang="es-MX" sz="1800" dirty="0">
                <a:effectLst/>
                <a:latin typeface="Times New Roman" panose="02020603050405020304" pitchFamily="18" charset="0"/>
                <a:ea typeface="Times New Roman" panose="02020603050405020304" pitchFamily="18" charset="0"/>
              </a:rPr>
            </a:br>
            <a:endParaRPr sz="3200" dirty="0">
              <a:latin typeface="Arial Black"/>
              <a:cs typeface="Arial Black"/>
            </a:endParaRPr>
          </a:p>
        </p:txBody>
      </p:sp>
    </p:spTree>
    <p:extLst>
      <p:ext uri="{BB962C8B-B14F-4D97-AF65-F5344CB8AC3E}">
        <p14:creationId xmlns:p14="http://schemas.microsoft.com/office/powerpoint/2010/main" val="24311498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857998"/>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533400" y="1752600"/>
            <a:ext cx="8076615" cy="4445448"/>
          </a:xfrm>
          <a:prstGeom prst="rect">
            <a:avLst/>
          </a:prstGeom>
        </p:spPr>
        <p:txBody>
          <a:bodyPr vert="horz" wrap="square" lIns="0" tIns="13335" rIns="0" bIns="0" rtlCol="0">
            <a:spAutoFit/>
          </a:bodyPr>
          <a:lstStyle/>
          <a:p>
            <a:pPr marL="451484" marR="5080" indent="-439420">
              <a:spcBef>
                <a:spcPts val="105"/>
              </a:spcBef>
            </a:pPr>
            <a:r>
              <a:rPr lang="es-ES" sz="1800" b="1" dirty="0">
                <a:effectLst/>
                <a:latin typeface="Times New Roman" panose="02020603050405020304" pitchFamily="18" charset="0"/>
                <a:ea typeface="Times New Roman" panose="02020603050405020304" pitchFamily="18" charset="0"/>
              </a:rPr>
              <a:t>	</a:t>
            </a:r>
            <a:r>
              <a:rPr lang="es-ES" sz="3200" b="1" dirty="0">
                <a:effectLst/>
                <a:highlight>
                  <a:srgbClr val="FFFF00"/>
                </a:highlight>
                <a:latin typeface="Arial" panose="020B0604020202020204" pitchFamily="34" charset="0"/>
                <a:ea typeface="Times New Roman" panose="02020603050405020304" pitchFamily="18" charset="0"/>
                <a:cs typeface="Arial" panose="020B0604020202020204" pitchFamily="34" charset="0"/>
              </a:rPr>
              <a:t>Inteligencia Interpersonal:</a:t>
            </a:r>
            <a:r>
              <a:rPr lang="es-ES" sz="3200" dirty="0">
                <a:effectLst/>
                <a:latin typeface="Arial" panose="020B0604020202020204" pitchFamily="34" charset="0"/>
                <a:ea typeface="Times New Roman" panose="02020603050405020304" pitchFamily="18" charset="0"/>
                <a:cs typeface="Arial" panose="020B0604020202020204" pitchFamily="34" charset="0"/>
              </a:rPr>
              <a:t> Consiste en relacionarse y comprender a otras personas. Incluye las habilidades para mostrar expresiones faciales, controlar la voz y expresar gestos en determinadas ocasiones. También </a:t>
            </a:r>
            <a:r>
              <a:rPr lang="es-ES" sz="3200" dirty="0" err="1">
                <a:effectLst/>
                <a:latin typeface="Arial" panose="020B0604020202020204" pitchFamily="34" charset="0"/>
                <a:ea typeface="Times New Roman" panose="02020603050405020304" pitchFamily="18" charset="0"/>
                <a:cs typeface="Arial" panose="020B0604020202020204" pitchFamily="34" charset="0"/>
              </a:rPr>
              <a:t>abacar</a:t>
            </a:r>
            <a:r>
              <a:rPr lang="es-ES" sz="3200" dirty="0">
                <a:effectLst/>
                <a:latin typeface="Arial" panose="020B0604020202020204" pitchFamily="34" charset="0"/>
                <a:ea typeface="Times New Roman" panose="02020603050405020304" pitchFamily="18" charset="0"/>
                <a:cs typeface="Arial" panose="020B0604020202020204" pitchFamily="34" charset="0"/>
              </a:rPr>
              <a:t> las capacidades para percibir la afectividad de las personas.</a:t>
            </a:r>
            <a:br>
              <a:rPr lang="es-MX" sz="3200" dirty="0">
                <a:effectLst/>
                <a:latin typeface="Arial" panose="020B0604020202020204" pitchFamily="34" charset="0"/>
                <a:ea typeface="Times New Roman" panose="02020603050405020304" pitchFamily="18" charset="0"/>
                <a:cs typeface="Arial" panose="020B0604020202020204" pitchFamily="34" charset="0"/>
              </a:rPr>
            </a:br>
            <a:endParaRPr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2027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857998"/>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389940" y="2500630"/>
            <a:ext cx="8220075" cy="2783454"/>
          </a:xfrm>
          <a:prstGeom prst="rect">
            <a:avLst/>
          </a:prstGeom>
        </p:spPr>
        <p:txBody>
          <a:bodyPr vert="horz" wrap="square" lIns="0" tIns="13335" rIns="0" bIns="0" rtlCol="0">
            <a:spAutoFit/>
          </a:bodyPr>
          <a:lstStyle/>
          <a:p>
            <a:pPr marL="451484" marR="5080" indent="-439420">
              <a:spcBef>
                <a:spcPts val="105"/>
              </a:spcBef>
            </a:pPr>
            <a:r>
              <a:rPr lang="es-ES" sz="1800" b="1" dirty="0">
                <a:effectLst/>
                <a:latin typeface="Times New Roman" panose="02020603050405020304" pitchFamily="18" charset="0"/>
                <a:ea typeface="Times New Roman" panose="02020603050405020304" pitchFamily="18" charset="0"/>
              </a:rPr>
              <a:t>	</a:t>
            </a:r>
            <a:r>
              <a:rPr lang="es-ES" sz="3600" b="1" dirty="0">
                <a:effectLst/>
                <a:highlight>
                  <a:srgbClr val="FFFF00"/>
                </a:highlight>
                <a:latin typeface="Arial" panose="020B0604020202020204" pitchFamily="34" charset="0"/>
                <a:ea typeface="Times New Roman" panose="02020603050405020304" pitchFamily="18" charset="0"/>
                <a:cs typeface="Arial" panose="020B0604020202020204" pitchFamily="34" charset="0"/>
              </a:rPr>
              <a:t>Inteligencia Intrapersonal:</a:t>
            </a:r>
            <a:r>
              <a:rPr lang="es-ES" sz="3600" dirty="0">
                <a:effectLst/>
                <a:latin typeface="Arial" panose="020B0604020202020204" pitchFamily="34" charset="0"/>
                <a:ea typeface="Times New Roman" panose="02020603050405020304" pitchFamily="18" charset="0"/>
                <a:cs typeface="Arial" panose="020B0604020202020204" pitchFamily="34" charset="0"/>
              </a:rPr>
              <a:t> Es nuestra conciencia. Entender lo que hacemos nosotros mismos y valorar nuestras propias acciones.</a:t>
            </a:r>
            <a:br>
              <a:rPr lang="es-MX" sz="3600" dirty="0">
                <a:effectLst/>
                <a:latin typeface="Arial" panose="020B0604020202020204" pitchFamily="34" charset="0"/>
                <a:ea typeface="Times New Roman" panose="02020603050405020304" pitchFamily="18" charset="0"/>
                <a:cs typeface="Arial" panose="020B0604020202020204" pitchFamily="34" charset="0"/>
              </a:rPr>
            </a:br>
            <a:endParaRPr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6535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857998"/>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228600" y="1676400"/>
            <a:ext cx="9762540" cy="3891450"/>
          </a:xfrm>
          <a:prstGeom prst="rect">
            <a:avLst/>
          </a:prstGeom>
        </p:spPr>
        <p:txBody>
          <a:bodyPr vert="horz" wrap="square" lIns="0" tIns="13335" rIns="0" bIns="0" rtlCol="0">
            <a:spAutoFit/>
          </a:bodyPr>
          <a:lstStyle/>
          <a:p>
            <a:r>
              <a:rPr lang="es-ES" sz="1800" dirty="0">
                <a:effectLst/>
                <a:latin typeface="Times New Roman" panose="02020603050405020304" pitchFamily="18" charset="0"/>
                <a:ea typeface="Times New Roman" panose="02020603050405020304" pitchFamily="18" charset="0"/>
              </a:rPr>
              <a:t>	</a:t>
            </a:r>
            <a:r>
              <a:rPr lang="es-ES" sz="2800" dirty="0">
                <a:effectLst/>
                <a:latin typeface="Arial" panose="020B0604020202020204" pitchFamily="34" charset="0"/>
                <a:ea typeface="Times New Roman" panose="02020603050405020304" pitchFamily="18" charset="0"/>
                <a:cs typeface="Arial" panose="020B0604020202020204" pitchFamily="34" charset="0"/>
              </a:rPr>
              <a:t>164 o más 		Genio</a:t>
            </a:r>
            <a:br>
              <a:rPr lang="es-MX" sz="2800" dirty="0">
                <a:effectLst/>
                <a:latin typeface="Arial" panose="020B0604020202020204" pitchFamily="34" charset="0"/>
                <a:ea typeface="Times New Roman" panose="02020603050405020304" pitchFamily="18" charset="0"/>
                <a:cs typeface="Arial" panose="020B0604020202020204" pitchFamily="34" charset="0"/>
              </a:rPr>
            </a:br>
            <a:r>
              <a:rPr lang="es-ES" sz="2800" dirty="0">
                <a:effectLst/>
                <a:latin typeface="Arial" panose="020B0604020202020204" pitchFamily="34" charset="0"/>
                <a:ea typeface="Times New Roman" panose="02020603050405020304" pitchFamily="18" charset="0"/>
                <a:cs typeface="Arial" panose="020B0604020202020204" pitchFamily="34" charset="0"/>
              </a:rPr>
              <a:t>	148-164 		Inteligencia muy superior</a:t>
            </a:r>
            <a:br>
              <a:rPr lang="es-MX" sz="2800" dirty="0">
                <a:effectLst/>
                <a:latin typeface="Arial" panose="020B0604020202020204" pitchFamily="34" charset="0"/>
                <a:ea typeface="Times New Roman" panose="02020603050405020304" pitchFamily="18" charset="0"/>
                <a:cs typeface="Arial" panose="020B0604020202020204" pitchFamily="34" charset="0"/>
              </a:rPr>
            </a:br>
            <a:r>
              <a:rPr lang="es-ES" sz="2800" dirty="0">
                <a:effectLst/>
                <a:latin typeface="Arial" panose="020B0604020202020204" pitchFamily="34" charset="0"/>
                <a:ea typeface="Times New Roman" panose="02020603050405020304" pitchFamily="18" charset="0"/>
                <a:cs typeface="Arial" panose="020B0604020202020204" pitchFamily="34" charset="0"/>
              </a:rPr>
              <a:t>	132-148  		Inteligencia superior</a:t>
            </a:r>
            <a:br>
              <a:rPr lang="es-MX" sz="2800" dirty="0">
                <a:effectLst/>
                <a:latin typeface="Arial" panose="020B0604020202020204" pitchFamily="34" charset="0"/>
                <a:ea typeface="Times New Roman" panose="02020603050405020304" pitchFamily="18" charset="0"/>
                <a:cs typeface="Arial" panose="020B0604020202020204" pitchFamily="34" charset="0"/>
              </a:rPr>
            </a:br>
            <a:r>
              <a:rPr lang="es-ES" sz="2800" dirty="0">
                <a:effectLst/>
                <a:latin typeface="Arial" panose="020B0604020202020204" pitchFamily="34" charset="0"/>
                <a:ea typeface="Times New Roman" panose="02020603050405020304" pitchFamily="18" charset="0"/>
                <a:cs typeface="Arial" panose="020B0604020202020204" pitchFamily="34" charset="0"/>
              </a:rPr>
              <a:t>	113-132  		Inteligencia superior a la media</a:t>
            </a:r>
            <a:br>
              <a:rPr lang="es-MX" sz="2800" dirty="0">
                <a:effectLst/>
                <a:latin typeface="Arial" panose="020B0604020202020204" pitchFamily="34" charset="0"/>
                <a:ea typeface="Times New Roman" panose="02020603050405020304" pitchFamily="18" charset="0"/>
                <a:cs typeface="Arial" panose="020B0604020202020204" pitchFamily="34" charset="0"/>
              </a:rPr>
            </a:br>
            <a:r>
              <a:rPr lang="es-ES" sz="2800" dirty="0">
                <a:effectLst/>
                <a:latin typeface="Arial" panose="020B0604020202020204" pitchFamily="34" charset="0"/>
                <a:ea typeface="Times New Roman" panose="02020603050405020304" pitchFamily="18" charset="0"/>
                <a:cs typeface="Arial" panose="020B0604020202020204" pitchFamily="34" charset="0"/>
              </a:rPr>
              <a:t>	84-113  		Inteligencia normal o promedio</a:t>
            </a:r>
            <a:br>
              <a:rPr lang="es-MX" sz="2800" dirty="0">
                <a:effectLst/>
                <a:latin typeface="Arial" panose="020B0604020202020204" pitchFamily="34" charset="0"/>
                <a:ea typeface="Times New Roman" panose="02020603050405020304" pitchFamily="18" charset="0"/>
                <a:cs typeface="Arial" panose="020B0604020202020204" pitchFamily="34" charset="0"/>
              </a:rPr>
            </a:br>
            <a:r>
              <a:rPr lang="es-ES" sz="2800" dirty="0">
                <a:effectLst/>
                <a:latin typeface="Arial" panose="020B0604020202020204" pitchFamily="34" charset="0"/>
                <a:ea typeface="Times New Roman" panose="02020603050405020304" pitchFamily="18" charset="0"/>
                <a:cs typeface="Arial" panose="020B0604020202020204" pitchFamily="34" charset="0"/>
              </a:rPr>
              <a:t>	68-84  		Estupidez</a:t>
            </a:r>
            <a:br>
              <a:rPr lang="es-MX" sz="2800" dirty="0">
                <a:effectLst/>
                <a:latin typeface="Arial" panose="020B0604020202020204" pitchFamily="34" charset="0"/>
                <a:ea typeface="Times New Roman" panose="02020603050405020304" pitchFamily="18" charset="0"/>
                <a:cs typeface="Arial" panose="020B0604020202020204" pitchFamily="34" charset="0"/>
              </a:rPr>
            </a:br>
            <a:r>
              <a:rPr lang="es-ES" sz="2800" dirty="0">
                <a:effectLst/>
                <a:latin typeface="Arial" panose="020B0604020202020204" pitchFamily="34" charset="0"/>
                <a:ea typeface="Times New Roman" panose="02020603050405020304" pitchFamily="18" charset="0"/>
                <a:cs typeface="Arial" panose="020B0604020202020204" pitchFamily="34" charset="0"/>
              </a:rPr>
              <a:t>	52-68  		Límite de deficiencia	</a:t>
            </a:r>
            <a:br>
              <a:rPr lang="es-MX" sz="2800" dirty="0">
                <a:effectLst/>
                <a:latin typeface="Arial" panose="020B0604020202020204" pitchFamily="34" charset="0"/>
                <a:ea typeface="Times New Roman" panose="02020603050405020304" pitchFamily="18" charset="0"/>
                <a:cs typeface="Arial" panose="020B0604020202020204" pitchFamily="34" charset="0"/>
              </a:rPr>
            </a:br>
            <a:r>
              <a:rPr lang="es-ES" sz="2800" dirty="0">
                <a:effectLst/>
                <a:latin typeface="Arial" panose="020B0604020202020204" pitchFamily="34" charset="0"/>
                <a:ea typeface="Times New Roman" panose="02020603050405020304" pitchFamily="18" charset="0"/>
                <a:cs typeface="Arial" panose="020B0604020202020204" pitchFamily="34" charset="0"/>
              </a:rPr>
              <a:t>	Menos de 52  	Definitivamente floja</a:t>
            </a:r>
            <a:br>
              <a:rPr lang="es-MX" sz="2800" dirty="0">
                <a:effectLst/>
                <a:latin typeface="Arial" panose="020B0604020202020204" pitchFamily="34" charset="0"/>
                <a:ea typeface="Times New Roman" panose="02020603050405020304" pitchFamily="18" charset="0"/>
                <a:cs typeface="Arial" panose="020B0604020202020204" pitchFamily="34" charset="0"/>
              </a:rPr>
            </a:br>
            <a:endParaRPr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128255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857998"/>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389940" y="2500630"/>
            <a:ext cx="8220075" cy="1001394"/>
          </a:xfrm>
          <a:prstGeom prst="rect">
            <a:avLst/>
          </a:prstGeom>
        </p:spPr>
        <p:txBody>
          <a:bodyPr vert="horz" wrap="square" lIns="0" tIns="13335" rIns="0" bIns="0" rtlCol="0">
            <a:spAutoFit/>
          </a:bodyPr>
          <a:lstStyle/>
          <a:p>
            <a:pPr marL="451484" marR="5080" indent="-439420">
              <a:lnSpc>
                <a:spcPct val="100000"/>
              </a:lnSpc>
              <a:spcBef>
                <a:spcPts val="105"/>
              </a:spcBef>
            </a:pPr>
            <a:r>
              <a:rPr sz="3200" b="0" spc="-5" dirty="0">
                <a:latin typeface="Arial Black"/>
                <a:cs typeface="Arial Black"/>
              </a:rPr>
              <a:t>El cociente intelectual </a:t>
            </a:r>
            <a:r>
              <a:rPr sz="3200" b="0" spc="-10" dirty="0">
                <a:latin typeface="Arial Black"/>
                <a:cs typeface="Arial Black"/>
              </a:rPr>
              <a:t>influye </a:t>
            </a:r>
            <a:r>
              <a:rPr sz="3200" b="0" dirty="0">
                <a:latin typeface="Arial Black"/>
                <a:cs typeface="Arial Black"/>
              </a:rPr>
              <a:t>en tan  solo un 8% en el éxito de </a:t>
            </a:r>
            <a:r>
              <a:rPr sz="3200" b="0" spc="-5" dirty="0">
                <a:latin typeface="Arial Black"/>
                <a:cs typeface="Arial Black"/>
              </a:rPr>
              <a:t>la</a:t>
            </a:r>
            <a:r>
              <a:rPr sz="3200" b="0" spc="-105" dirty="0">
                <a:latin typeface="Arial Black"/>
                <a:cs typeface="Arial Black"/>
              </a:rPr>
              <a:t> </a:t>
            </a:r>
            <a:r>
              <a:rPr sz="3200" b="0" dirty="0">
                <a:latin typeface="Arial Black"/>
                <a:cs typeface="Arial Black"/>
              </a:rPr>
              <a:t>vida.</a:t>
            </a:r>
            <a:endParaRPr sz="3200">
              <a:latin typeface="Arial Black"/>
              <a:cs typeface="Arial Black"/>
            </a:endParaRPr>
          </a:p>
        </p:txBody>
      </p:sp>
    </p:spTree>
    <p:extLst>
      <p:ext uri="{BB962C8B-B14F-4D97-AF65-F5344CB8AC3E}">
        <p14:creationId xmlns:p14="http://schemas.microsoft.com/office/powerpoint/2010/main" val="3540320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857997"/>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066800" y="4800601"/>
            <a:ext cx="7974456" cy="1474763"/>
          </a:xfrm>
          <a:prstGeom prst="rect">
            <a:avLst/>
          </a:prstGeom>
        </p:spPr>
        <p:txBody>
          <a:bodyPr vert="horz" wrap="square" lIns="0" tIns="12700" rIns="0" bIns="0" rtlCol="0">
            <a:spAutoFit/>
          </a:bodyPr>
          <a:lstStyle/>
          <a:p>
            <a:pPr algn="ctr">
              <a:lnSpc>
                <a:spcPts val="3829"/>
              </a:lnSpc>
              <a:spcBef>
                <a:spcPts val="100"/>
              </a:spcBef>
            </a:pPr>
            <a:r>
              <a:rPr lang="es-MX" sz="3200" dirty="0">
                <a:solidFill>
                  <a:srgbClr val="C00000"/>
                </a:solidFill>
                <a:latin typeface="Verdana"/>
                <a:cs typeface="Verdana"/>
              </a:rPr>
              <a:t>Todo aprendizaje tiene una base emocional.</a:t>
            </a:r>
            <a:br>
              <a:rPr lang="es-MX" sz="3200" dirty="0">
                <a:solidFill>
                  <a:srgbClr val="C00000"/>
                </a:solidFill>
                <a:latin typeface="Verdana"/>
                <a:cs typeface="Verdana"/>
              </a:rPr>
            </a:br>
            <a:r>
              <a:rPr lang="es-MX" sz="3200" dirty="0">
                <a:solidFill>
                  <a:srgbClr val="C00000"/>
                </a:solidFill>
                <a:latin typeface="Verdana"/>
                <a:cs typeface="Verdana"/>
              </a:rPr>
              <a:t>Platón.</a:t>
            </a:r>
            <a:endParaRPr sz="3200" dirty="0">
              <a:solidFill>
                <a:srgbClr val="C00000"/>
              </a:solidFill>
              <a:latin typeface="Verdana"/>
              <a:cs typeface="Verdan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78562" y="116636"/>
            <a:ext cx="8783955" cy="6588125"/>
            <a:chOff x="178562" y="116636"/>
            <a:chExt cx="8783955" cy="6588125"/>
          </a:xfrm>
        </p:grpSpPr>
        <p:sp>
          <p:nvSpPr>
            <p:cNvPr id="3" name="object 3"/>
            <p:cNvSpPr/>
            <p:nvPr/>
          </p:nvSpPr>
          <p:spPr>
            <a:xfrm>
              <a:off x="228600" y="228600"/>
              <a:ext cx="8695944" cy="6035040"/>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6054978" y="5499226"/>
              <a:ext cx="2880360" cy="715010"/>
            </a:xfrm>
            <a:custGeom>
              <a:avLst/>
              <a:gdLst/>
              <a:ahLst/>
              <a:cxnLst/>
              <a:rect l="l" t="t" r="r" b="b"/>
              <a:pathLst>
                <a:path w="2880359" h="715010">
                  <a:moveTo>
                    <a:pt x="2880105" y="0"/>
                  </a:moveTo>
                  <a:lnTo>
                    <a:pt x="2873629" y="0"/>
                  </a:lnTo>
                  <a:lnTo>
                    <a:pt x="2752344" y="20066"/>
                  </a:lnTo>
                  <a:lnTo>
                    <a:pt x="2628900" y="42418"/>
                  </a:lnTo>
                  <a:lnTo>
                    <a:pt x="2373376" y="91554"/>
                  </a:lnTo>
                  <a:lnTo>
                    <a:pt x="2105279" y="149644"/>
                  </a:lnTo>
                  <a:lnTo>
                    <a:pt x="1824227" y="216674"/>
                  </a:lnTo>
                  <a:lnTo>
                    <a:pt x="1566672" y="281470"/>
                  </a:lnTo>
                  <a:lnTo>
                    <a:pt x="842899" y="444563"/>
                  </a:lnTo>
                  <a:lnTo>
                    <a:pt x="621538" y="489242"/>
                  </a:lnTo>
                  <a:lnTo>
                    <a:pt x="200025" y="567448"/>
                  </a:lnTo>
                  <a:lnTo>
                    <a:pt x="0" y="600951"/>
                  </a:lnTo>
                  <a:lnTo>
                    <a:pt x="138303" y="621068"/>
                  </a:lnTo>
                  <a:lnTo>
                    <a:pt x="270256" y="638937"/>
                  </a:lnTo>
                  <a:lnTo>
                    <a:pt x="398018" y="654583"/>
                  </a:lnTo>
                  <a:lnTo>
                    <a:pt x="644905" y="681393"/>
                  </a:lnTo>
                  <a:lnTo>
                    <a:pt x="874776" y="699262"/>
                  </a:lnTo>
                  <a:lnTo>
                    <a:pt x="985520" y="705967"/>
                  </a:lnTo>
                  <a:lnTo>
                    <a:pt x="1094104" y="710438"/>
                  </a:lnTo>
                  <a:lnTo>
                    <a:pt x="1298448" y="714895"/>
                  </a:lnTo>
                  <a:lnTo>
                    <a:pt x="1396365" y="714895"/>
                  </a:lnTo>
                  <a:lnTo>
                    <a:pt x="1585849" y="710438"/>
                  </a:lnTo>
                  <a:lnTo>
                    <a:pt x="1675256" y="705967"/>
                  </a:lnTo>
                  <a:lnTo>
                    <a:pt x="1845564" y="692556"/>
                  </a:lnTo>
                  <a:lnTo>
                    <a:pt x="1928495" y="683628"/>
                  </a:lnTo>
                  <a:lnTo>
                    <a:pt x="2086102" y="661276"/>
                  </a:lnTo>
                  <a:lnTo>
                    <a:pt x="2235073" y="634466"/>
                  </a:lnTo>
                  <a:lnTo>
                    <a:pt x="2375535" y="603186"/>
                  </a:lnTo>
                  <a:lnTo>
                    <a:pt x="2509647" y="567448"/>
                  </a:lnTo>
                  <a:lnTo>
                    <a:pt x="2637409" y="527227"/>
                  </a:lnTo>
                  <a:lnTo>
                    <a:pt x="2758694" y="482549"/>
                  </a:lnTo>
                  <a:lnTo>
                    <a:pt x="2875788" y="435622"/>
                  </a:lnTo>
                  <a:lnTo>
                    <a:pt x="2880105" y="433387"/>
                  </a:lnTo>
                  <a:lnTo>
                    <a:pt x="2880105" y="0"/>
                  </a:lnTo>
                  <a:close/>
                </a:path>
              </a:pathLst>
            </a:custGeom>
            <a:solidFill>
              <a:srgbClr val="C5E7FB">
                <a:alpha val="29019"/>
              </a:srgbClr>
            </a:solidFill>
          </p:spPr>
          <p:txBody>
            <a:bodyPr wrap="square" lIns="0" tIns="0" rIns="0" bIns="0" rtlCol="0"/>
            <a:lstStyle/>
            <a:p>
              <a:endParaRPr/>
            </a:p>
          </p:txBody>
        </p:sp>
        <p:sp>
          <p:nvSpPr>
            <p:cNvPr id="5" name="object 5"/>
            <p:cNvSpPr/>
            <p:nvPr/>
          </p:nvSpPr>
          <p:spPr>
            <a:xfrm>
              <a:off x="2622422" y="5370702"/>
              <a:ext cx="5551805" cy="851535"/>
            </a:xfrm>
            <a:custGeom>
              <a:avLst/>
              <a:gdLst/>
              <a:ahLst/>
              <a:cxnLst/>
              <a:rect l="l" t="t" r="r" b="b"/>
              <a:pathLst>
                <a:path w="5551805" h="851535">
                  <a:moveTo>
                    <a:pt x="853566" y="0"/>
                  </a:moveTo>
                  <a:lnTo>
                    <a:pt x="685418" y="0"/>
                  </a:lnTo>
                  <a:lnTo>
                    <a:pt x="527938" y="4445"/>
                  </a:lnTo>
                  <a:lnTo>
                    <a:pt x="381000" y="11176"/>
                  </a:lnTo>
                  <a:lnTo>
                    <a:pt x="244728" y="22352"/>
                  </a:lnTo>
                  <a:lnTo>
                    <a:pt x="117093" y="35814"/>
                  </a:lnTo>
                  <a:lnTo>
                    <a:pt x="0" y="53594"/>
                  </a:lnTo>
                  <a:lnTo>
                    <a:pt x="334137" y="96139"/>
                  </a:lnTo>
                  <a:lnTo>
                    <a:pt x="693927" y="156464"/>
                  </a:lnTo>
                  <a:lnTo>
                    <a:pt x="1079246" y="234607"/>
                  </a:lnTo>
                  <a:lnTo>
                    <a:pt x="1283589" y="279285"/>
                  </a:lnTo>
                  <a:lnTo>
                    <a:pt x="1868931" y="422275"/>
                  </a:lnTo>
                  <a:lnTo>
                    <a:pt x="2562987" y="576440"/>
                  </a:lnTo>
                  <a:lnTo>
                    <a:pt x="2726816" y="607720"/>
                  </a:lnTo>
                  <a:lnTo>
                    <a:pt x="2882265" y="639000"/>
                  </a:lnTo>
                  <a:lnTo>
                    <a:pt x="3035554" y="668045"/>
                  </a:lnTo>
                  <a:lnTo>
                    <a:pt x="3329304" y="717194"/>
                  </a:lnTo>
                  <a:lnTo>
                    <a:pt x="3469766" y="739533"/>
                  </a:lnTo>
                  <a:lnTo>
                    <a:pt x="3737991" y="775284"/>
                  </a:lnTo>
                  <a:lnTo>
                    <a:pt x="3991229" y="806564"/>
                  </a:lnTo>
                  <a:lnTo>
                    <a:pt x="4112641" y="817727"/>
                  </a:lnTo>
                  <a:lnTo>
                    <a:pt x="4342510" y="835609"/>
                  </a:lnTo>
                  <a:lnTo>
                    <a:pt x="4453255" y="842302"/>
                  </a:lnTo>
                  <a:lnTo>
                    <a:pt x="4666107" y="851242"/>
                  </a:lnTo>
                  <a:lnTo>
                    <a:pt x="4864100" y="851242"/>
                  </a:lnTo>
                  <a:lnTo>
                    <a:pt x="5051425" y="846772"/>
                  </a:lnTo>
                  <a:lnTo>
                    <a:pt x="5140833" y="842302"/>
                  </a:lnTo>
                  <a:lnTo>
                    <a:pt x="5228082" y="835609"/>
                  </a:lnTo>
                  <a:lnTo>
                    <a:pt x="5474970" y="808799"/>
                  </a:lnTo>
                  <a:lnTo>
                    <a:pt x="5551551" y="797623"/>
                  </a:lnTo>
                  <a:lnTo>
                    <a:pt x="5304662" y="766343"/>
                  </a:lnTo>
                  <a:lnTo>
                    <a:pt x="5042916" y="728357"/>
                  </a:lnTo>
                  <a:lnTo>
                    <a:pt x="4474463" y="630059"/>
                  </a:lnTo>
                  <a:lnTo>
                    <a:pt x="3840099" y="498246"/>
                  </a:lnTo>
                  <a:lnTo>
                    <a:pt x="2854579" y="263652"/>
                  </a:lnTo>
                  <a:lnTo>
                    <a:pt x="2586354" y="205613"/>
                  </a:lnTo>
                  <a:lnTo>
                    <a:pt x="2330957" y="156464"/>
                  </a:lnTo>
                  <a:lnTo>
                    <a:pt x="2207387" y="134112"/>
                  </a:lnTo>
                  <a:lnTo>
                    <a:pt x="2086102" y="113919"/>
                  </a:lnTo>
                  <a:lnTo>
                    <a:pt x="1969007" y="96139"/>
                  </a:lnTo>
                  <a:lnTo>
                    <a:pt x="1630552" y="51435"/>
                  </a:lnTo>
                  <a:lnTo>
                    <a:pt x="1419860" y="31242"/>
                  </a:lnTo>
                  <a:lnTo>
                    <a:pt x="1221866" y="15621"/>
                  </a:lnTo>
                  <a:lnTo>
                    <a:pt x="1032382" y="4445"/>
                  </a:lnTo>
                  <a:lnTo>
                    <a:pt x="853566" y="0"/>
                  </a:lnTo>
                  <a:close/>
                </a:path>
              </a:pathLst>
            </a:custGeom>
            <a:solidFill>
              <a:srgbClr val="C5E7FB">
                <a:alpha val="39999"/>
              </a:srgbClr>
            </a:solidFill>
          </p:spPr>
          <p:txBody>
            <a:bodyPr wrap="square" lIns="0" tIns="0" rIns="0" bIns="0" rtlCol="0"/>
            <a:lstStyle/>
            <a:p>
              <a:endParaRPr/>
            </a:p>
          </p:txBody>
        </p:sp>
        <p:sp>
          <p:nvSpPr>
            <p:cNvPr id="6" name="object 6"/>
            <p:cNvSpPr/>
            <p:nvPr/>
          </p:nvSpPr>
          <p:spPr>
            <a:xfrm>
              <a:off x="2832100" y="5369559"/>
              <a:ext cx="6096635" cy="789305"/>
            </a:xfrm>
            <a:custGeom>
              <a:avLst/>
              <a:gdLst/>
              <a:ahLst/>
              <a:cxnLst/>
              <a:rect l="l" t="t" r="r" b="b"/>
              <a:pathLst>
                <a:path w="6096634" h="789304">
                  <a:moveTo>
                    <a:pt x="0" y="91693"/>
                  </a:moveTo>
                  <a:lnTo>
                    <a:pt x="19176" y="87121"/>
                  </a:lnTo>
                  <a:lnTo>
                    <a:pt x="76581" y="75945"/>
                  </a:lnTo>
                  <a:lnTo>
                    <a:pt x="174498" y="60324"/>
                  </a:lnTo>
                  <a:lnTo>
                    <a:pt x="238379" y="51434"/>
                  </a:lnTo>
                  <a:lnTo>
                    <a:pt x="312927" y="42544"/>
                  </a:lnTo>
                  <a:lnTo>
                    <a:pt x="395858" y="35813"/>
                  </a:lnTo>
                  <a:lnTo>
                    <a:pt x="491744" y="29082"/>
                  </a:lnTo>
                  <a:lnTo>
                    <a:pt x="596011" y="22351"/>
                  </a:lnTo>
                  <a:lnTo>
                    <a:pt x="713104" y="17906"/>
                  </a:lnTo>
                  <a:lnTo>
                    <a:pt x="840866" y="15620"/>
                  </a:lnTo>
                  <a:lnTo>
                    <a:pt x="979170" y="13461"/>
                  </a:lnTo>
                  <a:lnTo>
                    <a:pt x="1128140" y="15620"/>
                  </a:lnTo>
                  <a:lnTo>
                    <a:pt x="1287779" y="20192"/>
                  </a:lnTo>
                  <a:lnTo>
                    <a:pt x="1460246" y="29082"/>
                  </a:lnTo>
                  <a:lnTo>
                    <a:pt x="1643379" y="40258"/>
                  </a:lnTo>
                  <a:lnTo>
                    <a:pt x="1837054" y="58165"/>
                  </a:lnTo>
                  <a:lnTo>
                    <a:pt x="2043557" y="78231"/>
                  </a:lnTo>
                  <a:lnTo>
                    <a:pt x="2262759" y="102869"/>
                  </a:lnTo>
                  <a:lnTo>
                    <a:pt x="2492629" y="131825"/>
                  </a:lnTo>
                  <a:lnTo>
                    <a:pt x="2735326" y="167639"/>
                  </a:lnTo>
                  <a:lnTo>
                    <a:pt x="2988691" y="207771"/>
                  </a:lnTo>
                  <a:lnTo>
                    <a:pt x="3254755" y="254736"/>
                  </a:lnTo>
                  <a:lnTo>
                    <a:pt x="3533648" y="310591"/>
                  </a:lnTo>
                  <a:lnTo>
                    <a:pt x="3825240" y="370916"/>
                  </a:lnTo>
                  <a:lnTo>
                    <a:pt x="4129658" y="437946"/>
                  </a:lnTo>
                  <a:lnTo>
                    <a:pt x="4446778" y="513905"/>
                  </a:lnTo>
                  <a:lnTo>
                    <a:pt x="4776724" y="596569"/>
                  </a:lnTo>
                  <a:lnTo>
                    <a:pt x="5119497" y="688174"/>
                  </a:lnTo>
                  <a:lnTo>
                    <a:pt x="5474970" y="788708"/>
                  </a:lnTo>
                </a:path>
                <a:path w="6096634" h="789304">
                  <a:moveTo>
                    <a:pt x="2784348" y="652424"/>
                  </a:moveTo>
                  <a:lnTo>
                    <a:pt x="2880105" y="625614"/>
                  </a:lnTo>
                  <a:lnTo>
                    <a:pt x="3141979" y="556361"/>
                  </a:lnTo>
                  <a:lnTo>
                    <a:pt x="3322828" y="509435"/>
                  </a:lnTo>
                  <a:lnTo>
                    <a:pt x="3531489" y="458050"/>
                  </a:lnTo>
                  <a:lnTo>
                    <a:pt x="3763518" y="402196"/>
                  </a:lnTo>
                  <a:lnTo>
                    <a:pt x="4012565" y="341871"/>
                  </a:lnTo>
                  <a:lnTo>
                    <a:pt x="4276471" y="283781"/>
                  </a:lnTo>
                  <a:lnTo>
                    <a:pt x="4546854" y="225691"/>
                  </a:lnTo>
                  <a:lnTo>
                    <a:pt x="4823586" y="172084"/>
                  </a:lnTo>
                  <a:lnTo>
                    <a:pt x="5098160" y="120649"/>
                  </a:lnTo>
                  <a:lnTo>
                    <a:pt x="5234432" y="98297"/>
                  </a:lnTo>
                  <a:lnTo>
                    <a:pt x="5366384" y="75945"/>
                  </a:lnTo>
                  <a:lnTo>
                    <a:pt x="5498338" y="58165"/>
                  </a:lnTo>
                  <a:lnTo>
                    <a:pt x="5626100" y="40258"/>
                  </a:lnTo>
                  <a:lnTo>
                    <a:pt x="5751703" y="26796"/>
                  </a:lnTo>
                  <a:lnTo>
                    <a:pt x="5870956" y="15620"/>
                  </a:lnTo>
                  <a:lnTo>
                    <a:pt x="5985891" y="6730"/>
                  </a:lnTo>
                  <a:lnTo>
                    <a:pt x="6096508" y="0"/>
                  </a:lnTo>
                </a:path>
              </a:pathLst>
            </a:custGeom>
            <a:ln w="3175">
              <a:solidFill>
                <a:srgbClr val="FFFFFF"/>
              </a:solidFill>
            </a:ln>
          </p:spPr>
          <p:txBody>
            <a:bodyPr wrap="square" lIns="0" tIns="0" rIns="0" bIns="0" rtlCol="0"/>
            <a:lstStyle/>
            <a:p>
              <a:endParaRPr/>
            </a:p>
          </p:txBody>
        </p:sp>
        <p:sp>
          <p:nvSpPr>
            <p:cNvPr id="7" name="object 7"/>
            <p:cNvSpPr/>
            <p:nvPr/>
          </p:nvSpPr>
          <p:spPr>
            <a:xfrm>
              <a:off x="178562" y="116636"/>
              <a:ext cx="8783955" cy="6587998"/>
            </a:xfrm>
            <a:prstGeom prst="rect">
              <a:avLst/>
            </a:prstGeom>
            <a:blipFill>
              <a:blip r:embed="rId3" cstate="print"/>
              <a:stretch>
                <a:fillRect/>
              </a:stretch>
            </a:blipFill>
          </p:spPr>
          <p:txBody>
            <a:bodyPr wrap="square" lIns="0" tIns="0" rIns="0" bIns="0" rtlCol="0"/>
            <a:lstStyle/>
            <a:p>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61391" y="116636"/>
            <a:ext cx="8783955" cy="6588125"/>
            <a:chOff x="161391" y="116636"/>
            <a:chExt cx="8783955" cy="6588125"/>
          </a:xfrm>
        </p:grpSpPr>
        <p:sp>
          <p:nvSpPr>
            <p:cNvPr id="3" name="object 3"/>
            <p:cNvSpPr/>
            <p:nvPr/>
          </p:nvSpPr>
          <p:spPr>
            <a:xfrm>
              <a:off x="228600" y="228600"/>
              <a:ext cx="8695944" cy="6035040"/>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6054979" y="5499226"/>
              <a:ext cx="2880360" cy="715010"/>
            </a:xfrm>
            <a:custGeom>
              <a:avLst/>
              <a:gdLst/>
              <a:ahLst/>
              <a:cxnLst/>
              <a:rect l="l" t="t" r="r" b="b"/>
              <a:pathLst>
                <a:path w="2880359" h="715010">
                  <a:moveTo>
                    <a:pt x="2880105" y="0"/>
                  </a:moveTo>
                  <a:lnTo>
                    <a:pt x="2873629" y="0"/>
                  </a:lnTo>
                  <a:lnTo>
                    <a:pt x="2752344" y="20066"/>
                  </a:lnTo>
                  <a:lnTo>
                    <a:pt x="2628900" y="42418"/>
                  </a:lnTo>
                  <a:lnTo>
                    <a:pt x="2373376" y="91554"/>
                  </a:lnTo>
                  <a:lnTo>
                    <a:pt x="2105279" y="149644"/>
                  </a:lnTo>
                  <a:lnTo>
                    <a:pt x="1824227" y="216674"/>
                  </a:lnTo>
                  <a:lnTo>
                    <a:pt x="1566672" y="281470"/>
                  </a:lnTo>
                  <a:lnTo>
                    <a:pt x="842899" y="444563"/>
                  </a:lnTo>
                  <a:lnTo>
                    <a:pt x="621538" y="489242"/>
                  </a:lnTo>
                  <a:lnTo>
                    <a:pt x="200025" y="567448"/>
                  </a:lnTo>
                  <a:lnTo>
                    <a:pt x="0" y="600951"/>
                  </a:lnTo>
                  <a:lnTo>
                    <a:pt x="138303" y="621068"/>
                  </a:lnTo>
                  <a:lnTo>
                    <a:pt x="270256" y="638937"/>
                  </a:lnTo>
                  <a:lnTo>
                    <a:pt x="398018" y="654583"/>
                  </a:lnTo>
                  <a:lnTo>
                    <a:pt x="644905" y="681393"/>
                  </a:lnTo>
                  <a:lnTo>
                    <a:pt x="874776" y="699262"/>
                  </a:lnTo>
                  <a:lnTo>
                    <a:pt x="985520" y="705967"/>
                  </a:lnTo>
                  <a:lnTo>
                    <a:pt x="1094104" y="710438"/>
                  </a:lnTo>
                  <a:lnTo>
                    <a:pt x="1298448" y="714895"/>
                  </a:lnTo>
                  <a:lnTo>
                    <a:pt x="1396365" y="714895"/>
                  </a:lnTo>
                  <a:lnTo>
                    <a:pt x="1585849" y="710438"/>
                  </a:lnTo>
                  <a:lnTo>
                    <a:pt x="1675256" y="705967"/>
                  </a:lnTo>
                  <a:lnTo>
                    <a:pt x="1845564" y="692556"/>
                  </a:lnTo>
                  <a:lnTo>
                    <a:pt x="1928495" y="683628"/>
                  </a:lnTo>
                  <a:lnTo>
                    <a:pt x="2086102" y="661276"/>
                  </a:lnTo>
                  <a:lnTo>
                    <a:pt x="2235073" y="634466"/>
                  </a:lnTo>
                  <a:lnTo>
                    <a:pt x="2375535" y="603186"/>
                  </a:lnTo>
                  <a:lnTo>
                    <a:pt x="2509647" y="567448"/>
                  </a:lnTo>
                  <a:lnTo>
                    <a:pt x="2637409" y="527227"/>
                  </a:lnTo>
                  <a:lnTo>
                    <a:pt x="2758694" y="482549"/>
                  </a:lnTo>
                  <a:lnTo>
                    <a:pt x="2875788" y="435622"/>
                  </a:lnTo>
                  <a:lnTo>
                    <a:pt x="2880105" y="433387"/>
                  </a:lnTo>
                  <a:lnTo>
                    <a:pt x="2880105" y="0"/>
                  </a:lnTo>
                  <a:close/>
                </a:path>
              </a:pathLst>
            </a:custGeom>
            <a:solidFill>
              <a:srgbClr val="C5E7FB">
                <a:alpha val="29019"/>
              </a:srgbClr>
            </a:solidFill>
          </p:spPr>
          <p:txBody>
            <a:bodyPr wrap="square" lIns="0" tIns="0" rIns="0" bIns="0" rtlCol="0"/>
            <a:lstStyle/>
            <a:p>
              <a:endParaRPr/>
            </a:p>
          </p:txBody>
        </p:sp>
        <p:sp>
          <p:nvSpPr>
            <p:cNvPr id="5" name="object 5"/>
            <p:cNvSpPr/>
            <p:nvPr/>
          </p:nvSpPr>
          <p:spPr>
            <a:xfrm>
              <a:off x="2622422" y="5370702"/>
              <a:ext cx="5551805" cy="851535"/>
            </a:xfrm>
            <a:custGeom>
              <a:avLst/>
              <a:gdLst/>
              <a:ahLst/>
              <a:cxnLst/>
              <a:rect l="l" t="t" r="r" b="b"/>
              <a:pathLst>
                <a:path w="5551805" h="851535">
                  <a:moveTo>
                    <a:pt x="853566" y="0"/>
                  </a:moveTo>
                  <a:lnTo>
                    <a:pt x="685418" y="0"/>
                  </a:lnTo>
                  <a:lnTo>
                    <a:pt x="527938" y="4445"/>
                  </a:lnTo>
                  <a:lnTo>
                    <a:pt x="381000" y="11176"/>
                  </a:lnTo>
                  <a:lnTo>
                    <a:pt x="244728" y="22352"/>
                  </a:lnTo>
                  <a:lnTo>
                    <a:pt x="117093" y="35814"/>
                  </a:lnTo>
                  <a:lnTo>
                    <a:pt x="0" y="53594"/>
                  </a:lnTo>
                  <a:lnTo>
                    <a:pt x="334137" y="96139"/>
                  </a:lnTo>
                  <a:lnTo>
                    <a:pt x="693927" y="156464"/>
                  </a:lnTo>
                  <a:lnTo>
                    <a:pt x="1079246" y="234607"/>
                  </a:lnTo>
                  <a:lnTo>
                    <a:pt x="1283589" y="279285"/>
                  </a:lnTo>
                  <a:lnTo>
                    <a:pt x="1868931" y="422275"/>
                  </a:lnTo>
                  <a:lnTo>
                    <a:pt x="2562987" y="576440"/>
                  </a:lnTo>
                  <a:lnTo>
                    <a:pt x="2726816" y="607720"/>
                  </a:lnTo>
                  <a:lnTo>
                    <a:pt x="2882265" y="639000"/>
                  </a:lnTo>
                  <a:lnTo>
                    <a:pt x="3035554" y="668045"/>
                  </a:lnTo>
                  <a:lnTo>
                    <a:pt x="3329304" y="717194"/>
                  </a:lnTo>
                  <a:lnTo>
                    <a:pt x="3469766" y="739533"/>
                  </a:lnTo>
                  <a:lnTo>
                    <a:pt x="3737991" y="775284"/>
                  </a:lnTo>
                  <a:lnTo>
                    <a:pt x="3991229" y="806564"/>
                  </a:lnTo>
                  <a:lnTo>
                    <a:pt x="4112641" y="817727"/>
                  </a:lnTo>
                  <a:lnTo>
                    <a:pt x="4342510" y="835609"/>
                  </a:lnTo>
                  <a:lnTo>
                    <a:pt x="4453255" y="842302"/>
                  </a:lnTo>
                  <a:lnTo>
                    <a:pt x="4666107" y="851242"/>
                  </a:lnTo>
                  <a:lnTo>
                    <a:pt x="4864100" y="851242"/>
                  </a:lnTo>
                  <a:lnTo>
                    <a:pt x="5051425" y="846772"/>
                  </a:lnTo>
                  <a:lnTo>
                    <a:pt x="5140833" y="842302"/>
                  </a:lnTo>
                  <a:lnTo>
                    <a:pt x="5228082" y="835609"/>
                  </a:lnTo>
                  <a:lnTo>
                    <a:pt x="5474970" y="808799"/>
                  </a:lnTo>
                  <a:lnTo>
                    <a:pt x="5551551" y="797623"/>
                  </a:lnTo>
                  <a:lnTo>
                    <a:pt x="5304662" y="766343"/>
                  </a:lnTo>
                  <a:lnTo>
                    <a:pt x="5042916" y="728357"/>
                  </a:lnTo>
                  <a:lnTo>
                    <a:pt x="4474463" y="630059"/>
                  </a:lnTo>
                  <a:lnTo>
                    <a:pt x="3840099" y="498246"/>
                  </a:lnTo>
                  <a:lnTo>
                    <a:pt x="2854579" y="263652"/>
                  </a:lnTo>
                  <a:lnTo>
                    <a:pt x="2586354" y="205613"/>
                  </a:lnTo>
                  <a:lnTo>
                    <a:pt x="2330957" y="156464"/>
                  </a:lnTo>
                  <a:lnTo>
                    <a:pt x="2207387" y="134112"/>
                  </a:lnTo>
                  <a:lnTo>
                    <a:pt x="2086102" y="113919"/>
                  </a:lnTo>
                  <a:lnTo>
                    <a:pt x="1969007" y="96139"/>
                  </a:lnTo>
                  <a:lnTo>
                    <a:pt x="1630552" y="51435"/>
                  </a:lnTo>
                  <a:lnTo>
                    <a:pt x="1419860" y="31242"/>
                  </a:lnTo>
                  <a:lnTo>
                    <a:pt x="1221866" y="15621"/>
                  </a:lnTo>
                  <a:lnTo>
                    <a:pt x="1032382" y="4445"/>
                  </a:lnTo>
                  <a:lnTo>
                    <a:pt x="853566" y="0"/>
                  </a:lnTo>
                  <a:close/>
                </a:path>
              </a:pathLst>
            </a:custGeom>
            <a:solidFill>
              <a:srgbClr val="C5E7FB">
                <a:alpha val="39999"/>
              </a:srgbClr>
            </a:solidFill>
          </p:spPr>
          <p:txBody>
            <a:bodyPr wrap="square" lIns="0" tIns="0" rIns="0" bIns="0" rtlCol="0"/>
            <a:lstStyle/>
            <a:p>
              <a:endParaRPr/>
            </a:p>
          </p:txBody>
        </p:sp>
        <p:sp>
          <p:nvSpPr>
            <p:cNvPr id="6" name="object 6"/>
            <p:cNvSpPr/>
            <p:nvPr/>
          </p:nvSpPr>
          <p:spPr>
            <a:xfrm>
              <a:off x="2832100" y="5369559"/>
              <a:ext cx="6096635" cy="789305"/>
            </a:xfrm>
            <a:custGeom>
              <a:avLst/>
              <a:gdLst/>
              <a:ahLst/>
              <a:cxnLst/>
              <a:rect l="l" t="t" r="r" b="b"/>
              <a:pathLst>
                <a:path w="6096634" h="789304">
                  <a:moveTo>
                    <a:pt x="0" y="91693"/>
                  </a:moveTo>
                  <a:lnTo>
                    <a:pt x="19176" y="87121"/>
                  </a:lnTo>
                  <a:lnTo>
                    <a:pt x="76581" y="75945"/>
                  </a:lnTo>
                  <a:lnTo>
                    <a:pt x="174498" y="60324"/>
                  </a:lnTo>
                  <a:lnTo>
                    <a:pt x="238379" y="51434"/>
                  </a:lnTo>
                  <a:lnTo>
                    <a:pt x="312927" y="42544"/>
                  </a:lnTo>
                  <a:lnTo>
                    <a:pt x="395858" y="35813"/>
                  </a:lnTo>
                  <a:lnTo>
                    <a:pt x="491744" y="29082"/>
                  </a:lnTo>
                  <a:lnTo>
                    <a:pt x="596011" y="22351"/>
                  </a:lnTo>
                  <a:lnTo>
                    <a:pt x="713104" y="17906"/>
                  </a:lnTo>
                  <a:lnTo>
                    <a:pt x="840866" y="15620"/>
                  </a:lnTo>
                  <a:lnTo>
                    <a:pt x="979170" y="13461"/>
                  </a:lnTo>
                  <a:lnTo>
                    <a:pt x="1128140" y="15620"/>
                  </a:lnTo>
                  <a:lnTo>
                    <a:pt x="1287779" y="20192"/>
                  </a:lnTo>
                  <a:lnTo>
                    <a:pt x="1460246" y="29082"/>
                  </a:lnTo>
                  <a:lnTo>
                    <a:pt x="1643379" y="40258"/>
                  </a:lnTo>
                  <a:lnTo>
                    <a:pt x="1837054" y="58165"/>
                  </a:lnTo>
                  <a:lnTo>
                    <a:pt x="2043557" y="78231"/>
                  </a:lnTo>
                  <a:lnTo>
                    <a:pt x="2262759" y="102869"/>
                  </a:lnTo>
                  <a:lnTo>
                    <a:pt x="2492629" y="131825"/>
                  </a:lnTo>
                  <a:lnTo>
                    <a:pt x="2735326" y="167639"/>
                  </a:lnTo>
                  <a:lnTo>
                    <a:pt x="2988691" y="207771"/>
                  </a:lnTo>
                  <a:lnTo>
                    <a:pt x="3254755" y="254736"/>
                  </a:lnTo>
                  <a:lnTo>
                    <a:pt x="3533648" y="310591"/>
                  </a:lnTo>
                  <a:lnTo>
                    <a:pt x="3825240" y="370916"/>
                  </a:lnTo>
                  <a:lnTo>
                    <a:pt x="4129658" y="437946"/>
                  </a:lnTo>
                  <a:lnTo>
                    <a:pt x="4446778" y="513905"/>
                  </a:lnTo>
                  <a:lnTo>
                    <a:pt x="4776724" y="596569"/>
                  </a:lnTo>
                  <a:lnTo>
                    <a:pt x="5119497" y="688174"/>
                  </a:lnTo>
                  <a:lnTo>
                    <a:pt x="5474970" y="788708"/>
                  </a:lnTo>
                </a:path>
                <a:path w="6096634" h="789304">
                  <a:moveTo>
                    <a:pt x="2784348" y="652424"/>
                  </a:moveTo>
                  <a:lnTo>
                    <a:pt x="2880105" y="625614"/>
                  </a:lnTo>
                  <a:lnTo>
                    <a:pt x="3141979" y="556361"/>
                  </a:lnTo>
                  <a:lnTo>
                    <a:pt x="3322828" y="509435"/>
                  </a:lnTo>
                  <a:lnTo>
                    <a:pt x="3531489" y="458050"/>
                  </a:lnTo>
                  <a:lnTo>
                    <a:pt x="3763518" y="402196"/>
                  </a:lnTo>
                  <a:lnTo>
                    <a:pt x="4012565" y="341871"/>
                  </a:lnTo>
                  <a:lnTo>
                    <a:pt x="4276471" y="283781"/>
                  </a:lnTo>
                  <a:lnTo>
                    <a:pt x="4546854" y="225691"/>
                  </a:lnTo>
                  <a:lnTo>
                    <a:pt x="4823586" y="172084"/>
                  </a:lnTo>
                  <a:lnTo>
                    <a:pt x="5098160" y="120649"/>
                  </a:lnTo>
                  <a:lnTo>
                    <a:pt x="5234432" y="98297"/>
                  </a:lnTo>
                  <a:lnTo>
                    <a:pt x="5366384" y="75945"/>
                  </a:lnTo>
                  <a:lnTo>
                    <a:pt x="5498338" y="58165"/>
                  </a:lnTo>
                  <a:lnTo>
                    <a:pt x="5626100" y="40258"/>
                  </a:lnTo>
                  <a:lnTo>
                    <a:pt x="5751703" y="26796"/>
                  </a:lnTo>
                  <a:lnTo>
                    <a:pt x="5870956" y="15620"/>
                  </a:lnTo>
                  <a:lnTo>
                    <a:pt x="5985891" y="6730"/>
                  </a:lnTo>
                  <a:lnTo>
                    <a:pt x="6096508" y="0"/>
                  </a:lnTo>
                </a:path>
              </a:pathLst>
            </a:custGeom>
            <a:ln w="3175">
              <a:solidFill>
                <a:srgbClr val="FFFFFF"/>
              </a:solidFill>
            </a:ln>
          </p:spPr>
          <p:txBody>
            <a:bodyPr wrap="square" lIns="0" tIns="0" rIns="0" bIns="0" rtlCol="0"/>
            <a:lstStyle/>
            <a:p>
              <a:endParaRPr/>
            </a:p>
          </p:txBody>
        </p:sp>
        <p:sp>
          <p:nvSpPr>
            <p:cNvPr id="7" name="object 7"/>
            <p:cNvSpPr/>
            <p:nvPr/>
          </p:nvSpPr>
          <p:spPr>
            <a:xfrm>
              <a:off x="161391" y="116636"/>
              <a:ext cx="8783955" cy="6587998"/>
            </a:xfrm>
            <a:prstGeom prst="rect">
              <a:avLst/>
            </a:prstGeom>
            <a:blipFill>
              <a:blip r:embed="rId3" cstate="print"/>
              <a:stretch>
                <a:fillRect/>
              </a:stretch>
            </a:blipFill>
          </p:spPr>
          <p:txBody>
            <a:bodyPr wrap="square" lIns="0" tIns="0" rIns="0" bIns="0" rtlCol="0"/>
            <a:lstStyle/>
            <a:p>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476670"/>
            <a:ext cx="9140825" cy="6286500"/>
            <a:chOff x="0" y="476670"/>
            <a:chExt cx="9140825" cy="6286500"/>
          </a:xfrm>
        </p:grpSpPr>
        <p:sp>
          <p:nvSpPr>
            <p:cNvPr id="3" name="object 3"/>
            <p:cNvSpPr/>
            <p:nvPr/>
          </p:nvSpPr>
          <p:spPr>
            <a:xfrm>
              <a:off x="0" y="476670"/>
              <a:ext cx="9140317" cy="6286500"/>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4287011" y="577596"/>
              <a:ext cx="2153412" cy="2225040"/>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2703576" y="504444"/>
              <a:ext cx="2153412" cy="2226564"/>
            </a:xfrm>
            <a:prstGeom prst="rect">
              <a:avLst/>
            </a:prstGeom>
            <a:blipFill>
              <a:blip r:embed="rId4" cstate="print"/>
              <a:stretch>
                <a:fillRect/>
              </a:stretch>
            </a:blipFill>
          </p:spPr>
          <p:txBody>
            <a:bodyPr wrap="square" lIns="0" tIns="0" rIns="0" bIns="0" rtlCol="0"/>
            <a:lstStyle/>
            <a:p>
              <a:endParaRPr/>
            </a:p>
          </p:txBody>
        </p:sp>
      </p:grpSp>
      <p:sp>
        <p:nvSpPr>
          <p:cNvPr id="6" name="object 6"/>
          <p:cNvSpPr txBox="1"/>
          <p:nvPr/>
        </p:nvSpPr>
        <p:spPr>
          <a:xfrm>
            <a:off x="6235953" y="278333"/>
            <a:ext cx="1785620" cy="300355"/>
          </a:xfrm>
          <a:prstGeom prst="rect">
            <a:avLst/>
          </a:prstGeom>
        </p:spPr>
        <p:txBody>
          <a:bodyPr vert="horz" wrap="square" lIns="0" tIns="12700" rIns="0" bIns="0" rtlCol="0">
            <a:spAutoFit/>
          </a:bodyPr>
          <a:lstStyle/>
          <a:p>
            <a:pPr marL="12700">
              <a:lnSpc>
                <a:spcPct val="100000"/>
              </a:lnSpc>
              <a:spcBef>
                <a:spcPts val="100"/>
              </a:spcBef>
            </a:pPr>
            <a:r>
              <a:rPr sz="1800" b="1" spc="-60" dirty="0">
                <a:latin typeface="Trebuchet MS"/>
                <a:cs typeface="Trebuchet MS"/>
              </a:rPr>
              <a:t>ÉXITO </a:t>
            </a:r>
            <a:r>
              <a:rPr sz="1800" b="1" spc="-45" dirty="0">
                <a:latin typeface="Trebuchet MS"/>
                <a:cs typeface="Trebuchet MS"/>
              </a:rPr>
              <a:t>EN </a:t>
            </a:r>
            <a:r>
              <a:rPr sz="1800" b="1" spc="-65" dirty="0">
                <a:latin typeface="Trebuchet MS"/>
                <a:cs typeface="Trebuchet MS"/>
              </a:rPr>
              <a:t>LA</a:t>
            </a:r>
            <a:r>
              <a:rPr sz="1800" b="1" spc="-425" dirty="0">
                <a:latin typeface="Trebuchet MS"/>
                <a:cs typeface="Trebuchet MS"/>
              </a:rPr>
              <a:t> </a:t>
            </a:r>
            <a:r>
              <a:rPr sz="1800" b="1" spc="-25" dirty="0">
                <a:latin typeface="Trebuchet MS"/>
                <a:cs typeface="Trebuchet MS"/>
              </a:rPr>
              <a:t>VIDA</a:t>
            </a:r>
            <a:endParaRPr sz="1800">
              <a:latin typeface="Trebuchet MS"/>
              <a:cs typeface="Trebuchet MS"/>
            </a:endParaRPr>
          </a:p>
        </p:txBody>
      </p:sp>
      <p:sp>
        <p:nvSpPr>
          <p:cNvPr id="7" name="object 7"/>
          <p:cNvSpPr/>
          <p:nvPr/>
        </p:nvSpPr>
        <p:spPr>
          <a:xfrm>
            <a:off x="4499990" y="613409"/>
            <a:ext cx="1731645" cy="741680"/>
          </a:xfrm>
          <a:custGeom>
            <a:avLst/>
            <a:gdLst/>
            <a:ahLst/>
            <a:cxnLst/>
            <a:rect l="l" t="t" r="r" b="b"/>
            <a:pathLst>
              <a:path w="1731645" h="741680">
                <a:moveTo>
                  <a:pt x="69087" y="641985"/>
                </a:moveTo>
                <a:lnTo>
                  <a:pt x="64008" y="642747"/>
                </a:lnTo>
                <a:lnTo>
                  <a:pt x="61468" y="646176"/>
                </a:lnTo>
                <a:lnTo>
                  <a:pt x="0" y="727328"/>
                </a:lnTo>
                <a:lnTo>
                  <a:pt x="100837" y="740917"/>
                </a:lnTo>
                <a:lnTo>
                  <a:pt x="105283" y="741426"/>
                </a:lnTo>
                <a:lnTo>
                  <a:pt x="109220" y="738377"/>
                </a:lnTo>
                <a:lnTo>
                  <a:pt x="109855" y="734060"/>
                </a:lnTo>
                <a:lnTo>
                  <a:pt x="110362" y="729741"/>
                </a:lnTo>
                <a:lnTo>
                  <a:pt x="109478" y="728599"/>
                </a:lnTo>
                <a:lnTo>
                  <a:pt x="17525" y="728599"/>
                </a:lnTo>
                <a:lnTo>
                  <a:pt x="11430" y="713993"/>
                </a:lnTo>
                <a:lnTo>
                  <a:pt x="38521" y="702706"/>
                </a:lnTo>
                <a:lnTo>
                  <a:pt x="74041" y="655827"/>
                </a:lnTo>
                <a:lnTo>
                  <a:pt x="76708" y="652272"/>
                </a:lnTo>
                <a:lnTo>
                  <a:pt x="76073" y="647318"/>
                </a:lnTo>
                <a:lnTo>
                  <a:pt x="72517" y="644651"/>
                </a:lnTo>
                <a:lnTo>
                  <a:pt x="69087" y="641985"/>
                </a:lnTo>
                <a:close/>
              </a:path>
              <a:path w="1731645" h="741680">
                <a:moveTo>
                  <a:pt x="38521" y="702706"/>
                </a:moveTo>
                <a:lnTo>
                  <a:pt x="11430" y="713993"/>
                </a:lnTo>
                <a:lnTo>
                  <a:pt x="17525" y="728599"/>
                </a:lnTo>
                <a:lnTo>
                  <a:pt x="23622" y="726059"/>
                </a:lnTo>
                <a:lnTo>
                  <a:pt x="20828" y="726059"/>
                </a:lnTo>
                <a:lnTo>
                  <a:pt x="15621" y="713486"/>
                </a:lnTo>
                <a:lnTo>
                  <a:pt x="30354" y="713486"/>
                </a:lnTo>
                <a:lnTo>
                  <a:pt x="38521" y="702706"/>
                </a:lnTo>
                <a:close/>
              </a:path>
              <a:path w="1731645" h="741680">
                <a:moveTo>
                  <a:pt x="44523" y="717350"/>
                </a:moveTo>
                <a:lnTo>
                  <a:pt x="17525" y="728599"/>
                </a:lnTo>
                <a:lnTo>
                  <a:pt x="109478" y="728599"/>
                </a:lnTo>
                <a:lnTo>
                  <a:pt x="107314" y="725804"/>
                </a:lnTo>
                <a:lnTo>
                  <a:pt x="102997" y="725169"/>
                </a:lnTo>
                <a:lnTo>
                  <a:pt x="44523" y="717350"/>
                </a:lnTo>
                <a:close/>
              </a:path>
              <a:path w="1731645" h="741680">
                <a:moveTo>
                  <a:pt x="15621" y="713486"/>
                </a:moveTo>
                <a:lnTo>
                  <a:pt x="20828" y="726059"/>
                </a:lnTo>
                <a:lnTo>
                  <a:pt x="28998" y="715274"/>
                </a:lnTo>
                <a:lnTo>
                  <a:pt x="15621" y="713486"/>
                </a:lnTo>
                <a:close/>
              </a:path>
              <a:path w="1731645" h="741680">
                <a:moveTo>
                  <a:pt x="28998" y="715274"/>
                </a:moveTo>
                <a:lnTo>
                  <a:pt x="20828" y="726059"/>
                </a:lnTo>
                <a:lnTo>
                  <a:pt x="23622" y="726059"/>
                </a:lnTo>
                <a:lnTo>
                  <a:pt x="44523" y="717350"/>
                </a:lnTo>
                <a:lnTo>
                  <a:pt x="28998" y="715274"/>
                </a:lnTo>
                <a:close/>
              </a:path>
              <a:path w="1731645" h="741680">
                <a:moveTo>
                  <a:pt x="1725168" y="0"/>
                </a:moveTo>
                <a:lnTo>
                  <a:pt x="38521" y="702706"/>
                </a:lnTo>
                <a:lnTo>
                  <a:pt x="28998" y="715274"/>
                </a:lnTo>
                <a:lnTo>
                  <a:pt x="44523" y="717350"/>
                </a:lnTo>
                <a:lnTo>
                  <a:pt x="1731264" y="14604"/>
                </a:lnTo>
                <a:lnTo>
                  <a:pt x="1725168" y="0"/>
                </a:lnTo>
                <a:close/>
              </a:path>
              <a:path w="1731645" h="741680">
                <a:moveTo>
                  <a:pt x="30354" y="713486"/>
                </a:moveTo>
                <a:lnTo>
                  <a:pt x="15621" y="713486"/>
                </a:lnTo>
                <a:lnTo>
                  <a:pt x="28998" y="715274"/>
                </a:lnTo>
                <a:lnTo>
                  <a:pt x="30354" y="713486"/>
                </a:lnTo>
                <a:close/>
              </a:path>
            </a:pathLst>
          </a:custGeom>
          <a:solidFill>
            <a:srgbClr val="000000"/>
          </a:solidFill>
        </p:spPr>
        <p:txBody>
          <a:bodyPr wrap="square" lIns="0" tIns="0" rIns="0" bIns="0" rtlCol="0"/>
          <a:lstStyle/>
          <a:p>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857998"/>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778865" y="2356485"/>
            <a:ext cx="7659370" cy="1977389"/>
          </a:xfrm>
          <a:prstGeom prst="rect">
            <a:avLst/>
          </a:prstGeom>
        </p:spPr>
        <p:txBody>
          <a:bodyPr vert="horz" wrap="square" lIns="0" tIns="13335" rIns="0" bIns="0" rtlCol="0">
            <a:spAutoFit/>
          </a:bodyPr>
          <a:lstStyle/>
          <a:p>
            <a:pPr marL="12065" marR="5080" indent="-635" algn="ctr">
              <a:lnSpc>
                <a:spcPct val="100000"/>
              </a:lnSpc>
              <a:spcBef>
                <a:spcPts val="105"/>
              </a:spcBef>
            </a:pPr>
            <a:r>
              <a:rPr sz="3200" b="0" dirty="0">
                <a:latin typeface="Arial Black"/>
                <a:cs typeface="Arial Black"/>
              </a:rPr>
              <a:t>“Una </a:t>
            </a:r>
            <a:r>
              <a:rPr sz="3200" b="0" spc="10" dirty="0">
                <a:latin typeface="Arial Black"/>
                <a:cs typeface="Arial Black"/>
              </a:rPr>
              <a:t>persona </a:t>
            </a:r>
            <a:r>
              <a:rPr sz="3200" b="0" dirty="0">
                <a:latin typeface="Arial Black"/>
                <a:cs typeface="Arial Black"/>
              </a:rPr>
              <a:t>que no sepa  </a:t>
            </a:r>
            <a:r>
              <a:rPr sz="3200" b="0" spc="20" dirty="0">
                <a:latin typeface="Arial Black"/>
                <a:cs typeface="Arial Black"/>
              </a:rPr>
              <a:t>gobernar </a:t>
            </a:r>
            <a:r>
              <a:rPr sz="3200" b="0" dirty="0">
                <a:latin typeface="Arial Black"/>
                <a:cs typeface="Arial Black"/>
              </a:rPr>
              <a:t>sus estados de ánimo</a:t>
            </a:r>
            <a:r>
              <a:rPr sz="3200" b="0" spc="-114" dirty="0">
                <a:latin typeface="Arial Black"/>
                <a:cs typeface="Arial Black"/>
              </a:rPr>
              <a:t> </a:t>
            </a:r>
            <a:r>
              <a:rPr sz="3200" b="0" dirty="0">
                <a:latin typeface="Arial Black"/>
                <a:cs typeface="Arial Black"/>
              </a:rPr>
              <a:t>es  muy difícil que </a:t>
            </a:r>
            <a:r>
              <a:rPr sz="3200" b="0" spc="20" dirty="0">
                <a:latin typeface="Arial Black"/>
                <a:cs typeface="Arial Black"/>
              </a:rPr>
              <a:t>progrese </a:t>
            </a:r>
            <a:r>
              <a:rPr sz="3200" b="0" dirty="0">
                <a:latin typeface="Arial Black"/>
                <a:cs typeface="Arial Black"/>
              </a:rPr>
              <a:t>en</a:t>
            </a:r>
            <a:r>
              <a:rPr sz="3200" b="0" spc="-120" dirty="0">
                <a:latin typeface="Arial Black"/>
                <a:cs typeface="Arial Black"/>
              </a:rPr>
              <a:t> </a:t>
            </a:r>
            <a:r>
              <a:rPr sz="3200" b="0" spc="-5" dirty="0">
                <a:latin typeface="Arial Black"/>
                <a:cs typeface="Arial Black"/>
              </a:rPr>
              <a:t>la</a:t>
            </a:r>
            <a:endParaRPr sz="3200">
              <a:latin typeface="Arial Black"/>
              <a:cs typeface="Arial Black"/>
            </a:endParaRPr>
          </a:p>
          <a:p>
            <a:pPr algn="ctr">
              <a:lnSpc>
                <a:spcPct val="100000"/>
              </a:lnSpc>
            </a:pPr>
            <a:r>
              <a:rPr sz="3200" b="0" dirty="0">
                <a:latin typeface="Arial Black"/>
                <a:cs typeface="Arial Black"/>
              </a:rPr>
              <a:t>vida.”</a:t>
            </a:r>
            <a:endParaRPr sz="3200">
              <a:latin typeface="Arial Black"/>
              <a:cs typeface="Arial Black"/>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2D28BC43-9576-47A4-902F-ED672746CF43}"/>
              </a:ext>
            </a:extLst>
          </p:cNvPr>
          <p:cNvSpPr txBox="1"/>
          <p:nvPr/>
        </p:nvSpPr>
        <p:spPr>
          <a:xfrm>
            <a:off x="2057400" y="2895600"/>
            <a:ext cx="5257800" cy="3046988"/>
          </a:xfrm>
          <a:prstGeom prst="rect">
            <a:avLst/>
          </a:prstGeom>
          <a:noFill/>
        </p:spPr>
        <p:txBody>
          <a:bodyPr wrap="square" rtlCol="0">
            <a:spAutoFit/>
          </a:bodyPr>
          <a:lstStyle/>
          <a:p>
            <a:r>
              <a:rPr lang="es-MX" sz="9600" b="1" dirty="0">
                <a:latin typeface="Arial" panose="020B0604020202020204" pitchFamily="34" charset="0"/>
                <a:cs typeface="Arial" panose="020B0604020202020204" pitchFamily="34" charset="0"/>
              </a:rPr>
              <a:t>Gracias.</a:t>
            </a:r>
          </a:p>
          <a:p>
            <a:endParaRPr lang="es-MX" sz="96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61445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7073</TotalTime>
  <Words>523</Words>
  <Application>Microsoft Office PowerPoint</Application>
  <PresentationFormat>Presentación en pantalla (4:3)</PresentationFormat>
  <Paragraphs>24</Paragraphs>
  <Slides>20</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20</vt:i4>
      </vt:variant>
    </vt:vector>
  </HeadingPairs>
  <TitlesOfParts>
    <vt:vector size="27" baseType="lpstr">
      <vt:lpstr>Arial</vt:lpstr>
      <vt:lpstr>Arial Black</vt:lpstr>
      <vt:lpstr>Calibri</vt:lpstr>
      <vt:lpstr>Times New Roman</vt:lpstr>
      <vt:lpstr>Trebuchet MS</vt:lpstr>
      <vt:lpstr>Verdana</vt:lpstr>
      <vt:lpstr>Office Theme</vt:lpstr>
      <vt:lpstr>Presentación de PowerPoint</vt:lpstr>
      <vt:lpstr>Potencias del alma.</vt:lpstr>
      <vt:lpstr>La Inteligencia es la facultad de la mente que permite aprender, entender, razonar, tomar decisiones y formarse una idea determinada de la realidad.</vt:lpstr>
      <vt:lpstr>¿Se puede medir?</vt:lpstr>
      <vt:lpstr>  Inteligencia Lógica-Matemática: Es la habilidad que poseemos para resolver problemas tanto lógicos como matemáticos. Comprende las capacidades que necesitamos para manejar operaciones matemáticas y razonar correctamente. Nuestro procesamiento aritmético, lógico, razonado, va ligado a ella. </vt:lpstr>
      <vt:lpstr> Inteligencia Lingüistica-Verbal: Es la fluidez que posee una persona en el uso de la palabra, convenciendo a quienes le escuchan. Destreza en la utilización del lenguaje, haciendo hincapié en el significado de las palabras, su orden sintáctico, sus sonidos. Esta inteligencia nos capacita para escribir poemas, historias.   </vt:lpstr>
      <vt:lpstr> Inteligencia Visual-Espacial: Es la habilidad de crear un modelo mental de formas, colores, texturas.  Está ligada a la imaginación. Una persona con alta inteligencia visual está capacitada para transformar lo que crea en su mente en imágenes, tal como se expresa en el arte gráfico. Esta inteligencia nos capacita para crear diseños, cuadros, diagramas y construir cosas. </vt:lpstr>
      <vt:lpstr> Inteligencia Corporal-Cinética: Es la habilidad para controlar los movimientos de todo el cuerpo para realizar actividades físicas. Se usa para efectuar actividades como deportes, que requiere coordinación y ritmo controlado. </vt:lpstr>
      <vt:lpstr> Inteligencia Musical: Es la habilidad que nos permite crear sonidos, ritmos y melodías. Nos sirve para crear sonidos nuevos para expresar emociones y sentimientos a través de la música. </vt:lpstr>
      <vt:lpstr> Inteligencia Naturalista: Consiste en el entendimiento del entorno natural y la observación científica de la naturaleza como la biología, geología o astronomía.   </vt:lpstr>
      <vt:lpstr> Inteligencia Interpersonal: Consiste en relacionarse y comprender a otras personas. Incluye las habilidades para mostrar expresiones faciales, controlar la voz y expresar gestos en determinadas ocasiones. También abacar las capacidades para percibir la afectividad de las personas. </vt:lpstr>
      <vt:lpstr> Inteligencia Intrapersonal: Es nuestra conciencia. Entender lo que hacemos nosotros mismos y valorar nuestras propias acciones. </vt:lpstr>
      <vt:lpstr> 164 o más   Genio  148-164   Inteligencia muy superior  132-148    Inteligencia superior  113-132    Inteligencia superior a la media  84-113    Inteligencia normal o promedio  68-84    Estupidez  52-68    Límite de deficiencia   Menos de 52   Definitivamente floja </vt:lpstr>
      <vt:lpstr>El cociente intelectual influye en tan  solo un 8% en el éxito de la vida.</vt:lpstr>
      <vt:lpstr>Todo aprendizaje tiene una base emocional. Platón.</vt:lpstr>
      <vt:lpstr>Presentación de PowerPoint</vt:lpstr>
      <vt:lpstr>Presentación de PowerPoint</vt:lpstr>
      <vt:lpstr>Presentación de PowerPoint</vt:lpstr>
      <vt:lpstr>“Una persona que no sepa  gobernar sus estados de ánimo es  muy difícil que progrese en la vida.”</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HP</dc:creator>
  <cp:lastModifiedBy>pedroviniciodonis</cp:lastModifiedBy>
  <cp:revision>19</cp:revision>
  <cp:lastPrinted>2022-04-26T03:23:15Z</cp:lastPrinted>
  <dcterms:created xsi:type="dcterms:W3CDTF">2022-04-22T16:08:48Z</dcterms:created>
  <dcterms:modified xsi:type="dcterms:W3CDTF">2026-10-31T15:03:57Z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2021-09-07T00:00:00Z</vt:filetime>
  </property>
  <property fmtid="{D5CDD505-2E9C-101B-9397-08002B2CF9AE}" pid="3" name="Creator">
    <vt:lpwstr>Microsoft® PowerPoint® 2010</vt:lpwstr>
  </property>
  <property fmtid="{D5CDD505-2E9C-101B-9397-08002B2CF9AE}" pid="4" name="LastSaved">
    <vt:filetime>2022-04-22T00:00:00Z</vt:filetime>
  </property>
</Properties>
</file>